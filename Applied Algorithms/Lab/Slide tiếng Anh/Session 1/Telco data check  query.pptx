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9" r:id="rId2"/>
    <p:sldId id="257" r:id="rId3"/>
    <p:sldId id="258" r:id="rId4"/>
    <p:sldId id="272" r:id="rId5"/>
    <p:sldId id="273" r:id="rId6"/>
    <p:sldId id="27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Telco data check &amp; query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Perform some queries on a telco data</a:t>
            </a:r>
          </a:p>
          <a:p>
            <a:r>
              <a:rPr lang="en-US" sz="3200" dirty="0"/>
              <a:t>Input: </a:t>
            </a:r>
            <a:r>
              <a:rPr lang="en-US" sz="3200" dirty="0">
                <a:sym typeface="Arial"/>
              </a:rPr>
              <a:t>The first block of data: </a:t>
            </a:r>
            <a:endParaRPr lang="en-US" sz="32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ym typeface="Arial"/>
              </a:rPr>
              <a:t>call &lt;</a:t>
            </a:r>
            <a:r>
              <a:rPr lang="en-US" dirty="0" err="1">
                <a:sym typeface="Arial"/>
              </a:rPr>
              <a:t>from_number</a:t>
            </a:r>
            <a:r>
              <a:rPr lang="en-US" dirty="0">
                <a:sym typeface="Arial"/>
              </a:rPr>
              <a:t>&gt; &lt;</a:t>
            </a:r>
            <a:r>
              <a:rPr lang="en-US" dirty="0" err="1">
                <a:sym typeface="Arial"/>
              </a:rPr>
              <a:t>to_number</a:t>
            </a:r>
            <a:r>
              <a:rPr lang="en-US" dirty="0">
                <a:sym typeface="Arial"/>
              </a:rPr>
              <a:t>&gt; &lt;date&gt; &lt;</a:t>
            </a:r>
            <a:r>
              <a:rPr lang="en-US" dirty="0" err="1">
                <a:sym typeface="Arial"/>
              </a:rPr>
              <a:t>from_time</a:t>
            </a:r>
            <a:r>
              <a:rPr lang="en-US" dirty="0">
                <a:sym typeface="Arial"/>
              </a:rPr>
              <a:t>&gt; &lt;</a:t>
            </a:r>
            <a:r>
              <a:rPr lang="en-US" dirty="0" err="1">
                <a:sym typeface="Arial"/>
              </a:rPr>
              <a:t>end_time</a:t>
            </a:r>
            <a:r>
              <a:rPr lang="en-US" dirty="0">
                <a:sym typeface="Arial"/>
              </a:rPr>
              <a:t>&gt; </a:t>
            </a:r>
            <a:endParaRPr lang="en-US" sz="2400" dirty="0"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2400" dirty="0"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dirty="0">
                <a:sym typeface="Arial"/>
              </a:rPr>
              <a:t>&lt;</a:t>
            </a:r>
            <a:r>
              <a:rPr lang="en-US" sz="2800" dirty="0" err="1">
                <a:sym typeface="Arial"/>
              </a:rPr>
              <a:t>from_number</a:t>
            </a:r>
            <a:r>
              <a:rPr lang="en-US" sz="2800" dirty="0">
                <a:sym typeface="Arial"/>
              </a:rPr>
              <a:t>&gt; and &lt;</a:t>
            </a:r>
            <a:r>
              <a:rPr lang="en-US" sz="2800" dirty="0" err="1">
                <a:sym typeface="Arial"/>
              </a:rPr>
              <a:t>to_number</a:t>
            </a:r>
            <a:r>
              <a:rPr lang="en-US" sz="2800" dirty="0">
                <a:sym typeface="Arial"/>
              </a:rPr>
              <a:t>&gt; are string of 10 characters (a phone number is correct if it contains only digits 0,1,...,9, otherwise, the phone number is incorrect)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959E-9BAC-F047-0BCB-054E3961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A530-FF97-E240-7896-92FEE1F2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93015-7B46-8F16-73F1-3A08D8A8D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Queries: </a:t>
            </a:r>
            <a:r>
              <a:rPr lang="en-US" sz="3200" dirty="0">
                <a:sym typeface="Arial"/>
              </a:rPr>
              <a:t>The second block of data: 4 types of queries</a:t>
            </a:r>
            <a:endParaRPr lang="en-US" sz="32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check_phone_number</a:t>
            </a:r>
            <a:r>
              <a:rPr lang="en-US" sz="2800" dirty="0">
                <a:sym typeface="Arial"/>
              </a:rPr>
              <a:t>: print to </a:t>
            </a:r>
            <a:r>
              <a:rPr lang="en-US" sz="2800" dirty="0" err="1">
                <a:sym typeface="Arial"/>
              </a:rPr>
              <a:t>stdout</a:t>
            </a:r>
            <a:r>
              <a:rPr lang="en-US" sz="2800" dirty="0">
                <a:sym typeface="Arial"/>
              </a:rPr>
              <a:t> (in a new line) value 1 if no phone number is incorrect</a:t>
            </a:r>
            <a:endParaRPr lang="en-US"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number_calls_from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&gt;: print to </a:t>
            </a:r>
            <a:r>
              <a:rPr lang="en-US" sz="2800" dirty="0" err="1">
                <a:sym typeface="Arial"/>
              </a:rPr>
              <a:t>stdout</a:t>
            </a:r>
            <a:r>
              <a:rPr lang="en-US" sz="2800" dirty="0">
                <a:sym typeface="Arial"/>
              </a:rPr>
              <a:t> (in a new line) the number of times a call is made from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</a:t>
            </a:r>
            <a:endParaRPr lang="en-US"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number_total_calls</a:t>
            </a:r>
            <a:r>
              <a:rPr lang="en-US" sz="2800" dirty="0">
                <a:sym typeface="Arial"/>
              </a:rPr>
              <a:t>: print to </a:t>
            </a:r>
            <a:r>
              <a:rPr lang="en-US" sz="2800" dirty="0" err="1">
                <a:sym typeface="Arial"/>
              </a:rPr>
              <a:t>stdout</a:t>
            </a:r>
            <a:r>
              <a:rPr lang="en-US" sz="2800" dirty="0">
                <a:sym typeface="Arial"/>
              </a:rPr>
              <a:t> (in a new line) the total number of calls of the data</a:t>
            </a:r>
            <a:endParaRPr lang="en-US"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count_time_calls_from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&gt;: print to </a:t>
            </a:r>
            <a:r>
              <a:rPr lang="en-US" sz="2800" dirty="0" err="1">
                <a:sym typeface="Arial"/>
              </a:rPr>
              <a:t>stdout</a:t>
            </a:r>
            <a:r>
              <a:rPr lang="en-US" sz="2800" dirty="0">
                <a:sym typeface="Arial"/>
              </a:rPr>
              <a:t> (in a new line) the total time duration (in seconds) the calls are made from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9C0EE-8BA3-2C11-8383-8669FEF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0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2ABD-74DF-9109-CF68-BA3EFB75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206D-F5D8-A657-B4F6-C4B86E1B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62F1-324C-6A90-7BB0-B9DF847ACA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A046-8913-CC06-374E-957FBD7E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0421FD5C-1445-3182-4D00-42DBBE60B821}"/>
              </a:ext>
            </a:extLst>
          </p:cNvPr>
          <p:cNvGraphicFramePr/>
          <p:nvPr/>
        </p:nvGraphicFramePr>
        <p:xfrm>
          <a:off x="852972" y="1683761"/>
          <a:ext cx="10515600" cy="45720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66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stdin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stdout</a:t>
                      </a: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0912345678 0132465789 2022-07-12 10:30:23 10:32:00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0912345678 0945324545 2022-07-13 11:30:10 11:35:11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0132465789 0945324545 2022-07-13 11:30:23 11:32:23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0945324545 0912345678 2022-07-13 07:30:23 07:48:30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#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check_phone_number</a:t>
                      </a: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number_calls_from</a:t>
                      </a: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 0912345678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number_total_calls</a:t>
                      </a: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count_time_calls_from</a:t>
                      </a: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 0912345678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count_time_calls_from</a:t>
                      </a: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 0132465789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#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1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2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4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398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120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49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1A63-AB4D-34A7-775F-4820788D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2A4-CFBC-D9B8-5C0B-CA94A932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960A-470B-51B6-C25E-D1B25E594A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Idea to solve</a:t>
            </a:r>
          </a:p>
          <a:p>
            <a:pPr lvl="1"/>
            <a:r>
              <a:rPr lang="en-US" sz="2800" dirty="0"/>
              <a:t>?</a:t>
            </a:r>
            <a:r>
              <a:rPr lang="en-US" sz="2800" dirty="0" err="1"/>
              <a:t>check_phone_number</a:t>
            </a:r>
            <a:r>
              <a:rPr lang="en-US" sz="2800" dirty="0"/>
              <a:t> and @</a:t>
            </a:r>
            <a:r>
              <a:rPr lang="en-US" sz="2800" dirty="0" err="1"/>
              <a:t>number_total_calls</a:t>
            </a:r>
            <a:r>
              <a:rPr lang="en-US" sz="2800" dirty="0"/>
              <a:t>: </a:t>
            </a:r>
          </a:p>
          <a:p>
            <a:pPr lvl="2"/>
            <a:r>
              <a:rPr lang="en-US" sz="2800" dirty="0"/>
              <a:t>easy, use 1 variable to store</a:t>
            </a:r>
          </a:p>
          <a:p>
            <a:pPr lvl="2"/>
            <a:r>
              <a:rPr lang="en-US" sz="2800" dirty="0"/>
              <a:t>write a function to check the phone is valid or not</a:t>
            </a:r>
          </a:p>
          <a:p>
            <a:pPr lvl="1"/>
            <a:r>
              <a:rPr lang="en-US" sz="2800" dirty="0"/>
              <a:t> </a:t>
            </a: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number_calls_from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count_time_calls_from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&gt;: 2 ways to deal:</a:t>
            </a:r>
          </a:p>
          <a:p>
            <a:pPr lvl="2"/>
            <a:r>
              <a:rPr lang="en-US" sz="2800" dirty="0">
                <a:sym typeface="Arial"/>
              </a:rPr>
              <a:t>use 2 mappings:  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map &lt;</a:t>
            </a:r>
            <a:r>
              <a:rPr lang="en-US" sz="2800" dirty="0" err="1">
                <a:latin typeface="Consolas"/>
                <a:ea typeface="Consolas"/>
                <a:cs typeface="Consolas"/>
                <a:sym typeface="Consolas"/>
              </a:rPr>
              <a:t>string,int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2800" dirty="0" err="1">
                <a:latin typeface="Consolas"/>
                <a:ea typeface="Consolas"/>
                <a:cs typeface="Consolas"/>
                <a:sym typeface="Consolas"/>
              </a:rPr>
              <a:t>numberCalls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800" dirty="0" err="1">
                <a:latin typeface="Consolas"/>
                <a:ea typeface="Consolas"/>
                <a:cs typeface="Consolas"/>
                <a:sym typeface="Consolas"/>
              </a:rPr>
              <a:t>timeCall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800" dirty="0"/>
          </a:p>
          <a:p>
            <a:pPr lvl="2"/>
            <a:r>
              <a:rPr lang="en-US" sz="2800" dirty="0">
                <a:sym typeface="Arial"/>
              </a:rPr>
              <a:t>use a binary search tree</a:t>
            </a:r>
          </a:p>
          <a:p>
            <a:pPr lvl="2"/>
            <a:endParaRPr lang="en-US" sz="2800" dirty="0">
              <a:sym typeface="Arial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1A38-ECA2-15A7-0958-4DEBEE44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974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D719BA-0FE3-4967-A005-291CD4C20E9D}"/>
</file>

<file path=customXml/itemProps2.xml><?xml version="1.0" encoding="utf-8"?>
<ds:datastoreItem xmlns:ds="http://schemas.openxmlformats.org/officeDocument/2006/customXml" ds:itemID="{DEDD325D-3C0E-434D-A5A0-81844E7372E6}"/>
</file>

<file path=customXml/itemProps3.xml><?xml version="1.0" encoding="utf-8"?>
<ds:datastoreItem xmlns:ds="http://schemas.openxmlformats.org/officeDocument/2006/customXml" ds:itemID="{08A34F67-AA7C-44B3-BC6B-F344747E1684}"/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404</Words>
  <Application>Microsoft Macintosh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Lato</vt:lpstr>
      <vt:lpstr>Office Theme</vt:lpstr>
      <vt:lpstr>PowerPoint Presentation</vt:lpstr>
      <vt:lpstr>PowerPoint Presentation</vt:lpstr>
      <vt:lpstr>Telco data check &amp; query</vt:lpstr>
      <vt:lpstr>Telco data check &amp; query</vt:lpstr>
      <vt:lpstr>Telco data check &amp; query</vt:lpstr>
      <vt:lpstr>Telco data check &amp; query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13</cp:revision>
  <dcterms:created xsi:type="dcterms:W3CDTF">2021-05-28T04:32:29Z</dcterms:created>
  <dcterms:modified xsi:type="dcterms:W3CDTF">2025-10-01T08:57:02Z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