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58" r:id="rId4"/>
    <p:sldId id="266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47" autoAdjust="0"/>
    <p:restoredTop sz="94660"/>
  </p:normalViewPr>
  <p:slideViewPr>
    <p:cSldViewPr snapToGrid="0">
      <p:cViewPr>
        <p:scale>
          <a:sx n="71" d="100"/>
          <a:sy n="71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3" y="3365399"/>
            <a:ext cx="7932613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Count #solutions to an integer linear equation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sz="3200" dirty="0"/>
                  <a:t>Compute the number of solution to an integer linear solution</a:t>
                </a:r>
              </a:p>
              <a:p>
                <a:r>
                  <a:rPr lang="en-US" sz="3200" b="1" dirty="0"/>
                  <a:t>Input:</a:t>
                </a:r>
                <a:r>
                  <a:rPr lang="en-US" sz="3200" dirty="0"/>
                  <a:t>  2 positive integers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200" dirty="0"/>
                  <a:t>	     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positive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vi-V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3200" dirty="0"/>
              </a:p>
              <a:p>
                <a:r>
                  <a:rPr lang="en-US" sz="3200" b="1" dirty="0"/>
                  <a:t>Output: </a:t>
                </a:r>
                <a:r>
                  <a:rPr lang="en-US" sz="3200" dirty="0"/>
                  <a:t>Number of positive integer solution to the equation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+ . . . + </m:t>
                      </m:r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vi-VN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vi-VN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BDE9E-A9D0-290F-6F54-7CB134E1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F595-AF80-4A27-73C5-F2BF281A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F6A9-1D53-BCE4-0AAC-A349E9EEB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sz="3200" dirty="0"/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DCFF1-3440-67E7-7676-E4563730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4BDF2CA0-036F-01CF-1791-6A2F677A7190}"/>
              </a:ext>
            </a:extLst>
          </p:cNvPr>
          <p:cNvGraphicFramePr/>
          <p:nvPr/>
        </p:nvGraphicFramePr>
        <p:xfrm>
          <a:off x="837601" y="2172859"/>
          <a:ext cx="10515600" cy="2133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414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3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 err="1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32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rtl="0"/>
                      <a:r>
                        <a:rPr lang="en-US" sz="3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3 5</a:t>
                      </a:r>
                    </a:p>
                    <a:p>
                      <a:pPr rtl="0"/>
                      <a:r>
                        <a:rPr lang="en-US" sz="3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1 1 1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</a:rPr>
                        <a:t>6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>
                          <a:solidFill>
                            <a:schemeClr val="dk1"/>
                          </a:solidFill>
                        </a:rPr>
                        <a:t>Explain: (1,1,3), (1,2,2), (1,3,1), (2,1,2), (2,2,1), (3,1,1)</a:t>
                      </a:r>
                      <a:endParaRPr sz="32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52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2DEE-1AB7-0342-BF0D-66179E98E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66C8-978A-48E1-F79F-3BB80CEE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Count #solutions to an integer linear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476FC6-F1FF-01D5-96BD-8590AB08730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VN" sz="3200" dirty="0"/>
                  <a:t>Idea to solve: </a:t>
                </a:r>
                <a:r>
                  <a:rPr lang="en-US" sz="3200" dirty="0"/>
                  <a:t>Apply backtracking search to explore solutions that satisfy the given constraints.</a:t>
                </a:r>
              </a:p>
              <a:p>
                <a:pPr lvl="1"/>
                <a:r>
                  <a:rPr lang="en-US" sz="2800" dirty="0"/>
                  <a:t>Consider the variables in the order: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sz="2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lvl="1"/>
                <a:r>
                  <a:rPr lang="en-US" sz="2800" dirty="0"/>
                  <a:t>Suppose values have been 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vi-VN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800" dirty="0"/>
                  <a:t>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lvl="1"/>
                <a:r>
                  <a:rPr lang="vi-VN" sz="2800" b="1" dirty="0">
                    <a:solidFill>
                      <a:srgbClr val="C00000"/>
                    </a:solidFill>
                  </a:rPr>
                  <a:t>Branch and bound: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vi-V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i="1" dirty="0"/>
                  <a:t>  </a:t>
                </a:r>
                <a:r>
                  <a:rPr lang="en-US" sz="2800" dirty="0"/>
                  <a:t>takes values within range</a:t>
                </a:r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1,2,…, 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/>
              </a:p>
              <a:p>
                <a:pPr lvl="1"/>
                <a:r>
                  <a:rPr lang="en-US" sz="2800" dirty="0"/>
                  <a:t>programming …</a:t>
                </a:r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476FC6-F1FF-01D5-96BD-8590AB087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211" t="-256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469DC-0E0A-083C-D60D-DF9507BA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2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3835F3-9D02-4742-AC32-EB639C258370}"/>
</file>

<file path=customXml/itemProps2.xml><?xml version="1.0" encoding="utf-8"?>
<ds:datastoreItem xmlns:ds="http://schemas.openxmlformats.org/officeDocument/2006/customXml" ds:itemID="{3D3021EA-84FF-41A4-848B-37A9407F86EF}"/>
</file>

<file path=customXml/itemProps3.xml><?xml version="1.0" encoding="utf-8"?>
<ds:datastoreItem xmlns:ds="http://schemas.openxmlformats.org/officeDocument/2006/customXml" ds:itemID="{4754ECA3-95D6-4592-B8CE-A3F2347817AA}"/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193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Count #solutions to an integer linear equation</vt:lpstr>
      <vt:lpstr>Count #solutions to an integer linear equation</vt:lpstr>
      <vt:lpstr>Count #solutions to an integer linear 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16</cp:revision>
  <dcterms:created xsi:type="dcterms:W3CDTF">2021-05-28T04:32:29Z</dcterms:created>
  <dcterms:modified xsi:type="dcterms:W3CDTF">2025-09-24T15:19:43Z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