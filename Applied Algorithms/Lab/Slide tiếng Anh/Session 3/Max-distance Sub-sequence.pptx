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57" r:id="rId3"/>
    <p:sldId id="271" r:id="rId4"/>
    <p:sldId id="273" r:id="rId5"/>
    <p:sldId id="281" r:id="rId6"/>
    <p:sldId id="276" r:id="rId7"/>
    <p:sldId id="28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70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Max-distance Sub-sequence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D5C9-FC4A-9499-AA09-F0D44DB5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5880-B0F5-8660-B8FD-001DDCFF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Max-distance sub-sequence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E0E1FBF-6B76-B673-BD66-F6DA2CD1594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515725" cy="3414693"/>
              </a:xfrm>
            </p:spPr>
            <p:txBody>
              <a:bodyPr/>
              <a:lstStyle/>
              <a:p>
                <a:r>
                  <a:rPr lang="en-US" dirty="0">
                    <a:sym typeface="Arial"/>
                  </a:rPr>
                  <a:t>Given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,…, </m:t>
                    </m:r>
                    <m:sSub>
                      <m:sSubPr>
                        <m:ctrlPr>
                          <a:rPr lang="vi-VN" b="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  <a:sym typeface="Arial"/>
                          </a:rPr>
                          <m:t>𝑁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endParaRPr lang="en-US" dirty="0">
                  <a:sym typeface="Arial"/>
                </a:endParaRPr>
              </a:p>
              <a:p>
                <a:r>
                  <a:rPr lang="en-US" dirty="0">
                    <a:sym typeface="Arial"/>
                  </a:rPr>
                  <a:t>Consider a subset of the sequence</a:t>
                </a:r>
              </a:p>
              <a:p>
                <a:pPr marL="0" indent="0">
                  <a:buNone/>
                </a:pPr>
                <a:r>
                  <a:rPr lang="en-US" dirty="0">
                    <a:sym typeface="Arial"/>
                  </a:rPr>
                  <a:t>	The distance of the subset is defined to be the minimum distance between two elements</a:t>
                </a:r>
              </a:p>
              <a:p>
                <a:r>
                  <a:rPr lang="en-US" dirty="0">
                    <a:sym typeface="Arial"/>
                  </a:rPr>
                  <a:t>Find the subset of N given elements containing exactly C elements such that the distance is maximal.</a:t>
                </a:r>
              </a:p>
              <a:p>
                <a:r>
                  <a:rPr lang="en-US" dirty="0">
                    <a:sym typeface="Arial"/>
                  </a:rPr>
                  <a:t>Example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E0E1FBF-6B76-B673-BD66-F6DA2CD159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515725" cy="3414693"/>
              </a:xfrm>
              <a:blipFill>
                <a:blip r:embed="rId2"/>
                <a:stretch>
                  <a:fillRect l="-1101" t="-3333" b="-14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3F0B-13AB-FE09-6E16-CF36FEAB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67F7EC6E-D1DA-DF74-BBA6-D51CA97CF79C}"/>
              </a:ext>
            </a:extLst>
          </p:cNvPr>
          <p:cNvGraphicFramePr/>
          <p:nvPr/>
        </p:nvGraphicFramePr>
        <p:xfrm>
          <a:off x="837601" y="4708029"/>
          <a:ext cx="10515600" cy="15240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94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4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56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2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1 </a:t>
                      </a:r>
                      <a:endParaRPr sz="2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5 3 </a:t>
                      </a:r>
                      <a:endParaRPr sz="2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1  2  8  4  9</a:t>
                      </a:r>
                      <a:endParaRPr sz="20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2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65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38C0A-FA59-1A64-8A22-E442343E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DD1E-F828-1F0F-0219-C4F8048BE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Max-distance sub-sequence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307F4-151D-7D98-0377-39ABE1BA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935A2F01-073B-5C84-2F2D-B50EBF31E6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Idea to solve: Sort </a:t>
                </a:r>
                <a:r>
                  <a:rPr lang="en-US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baseline="-25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1</a:t>
                </a: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,…, </a:t>
                </a:r>
                <a:r>
                  <a:rPr lang="en-US" i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i="1" baseline="-25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in increasing order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The max-distance must be 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≤ 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1</m:t>
                        </m:r>
                      </m:den>
                    </m:f>
                  </m:oMath>
                </a14:m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Find max-distance: traverse from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d</m:t>
                    </m:r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1</m:t>
                        </m:r>
                      </m:den>
                    </m:f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down to 1: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check(d): Check if we can find a sub-sequence with distance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≥</m:t>
                    </m:r>
                    <m:r>
                      <a:rPr lang="en-US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: Greedy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Add a1 into subsequence, use an auxiliary variable </a:t>
                </a:r>
                <a:r>
                  <a:rPr lang="en-US" b="1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last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for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=2,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&lt;=n;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++: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if a[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]-last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≥</m:t>
                    </m:r>
                    <m:r>
                      <a:rPr lang="vi-VN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 then we add a[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] to the subsequence and update </a:t>
                </a:r>
                <a:r>
                  <a:rPr lang="en-US" b="1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last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otherwise continue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If the subsequence has C elements then d is max-distance. Print d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Complexity: O(n</a:t>
                </a:r>
                <a:r>
                  <a:rPr lang="en-US" baseline="30000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2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None/>
                </a:pP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935A2F01-073B-5C84-2F2D-B50EBF31E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  <a:blipFill>
                <a:blip r:embed="rId2"/>
                <a:stretch>
                  <a:fillRect l="-325" t="-13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34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46E074-6D8C-CD86-569B-255CFA6E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DA3B-5C53-DA9A-E9C3-2DB8BC3D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Max-distance sub-sequence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6346-2DD4-27CF-2B0E-814790F9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7FEB384F-2347-987A-384A-25EE027FA6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Sắp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xếp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số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baseline="-25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1</a:t>
                </a: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,…, </a:t>
                </a:r>
                <a:r>
                  <a:rPr lang="en-US" i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i="1" baseline="-25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tăng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dần</a:t>
                </a: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Khoảng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cách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lớn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nhất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có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thể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đạt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được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1</m:t>
                        </m:r>
                      </m:den>
                    </m:f>
                  </m:oMath>
                </a14:m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Duyệt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từ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d</m:t>
                    </m:r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1</m:t>
                        </m:r>
                      </m:den>
                    </m:f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down to 1: check(d):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Kiểm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tra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có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lấy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được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con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khoảng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cách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≥</m:t>
                    </m:r>
                    <m:r>
                      <a:rPr lang="en-US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: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Thuật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toán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tham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lam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Thêm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a1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vào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,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lưu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biến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hiện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tại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cuối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cùng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là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last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for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=2,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&lt;=n;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++: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nếu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a[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]-last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≥</m:t>
                    </m:r>
                    <m:r>
                      <a:rPr lang="vi-VN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thì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thêm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được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vào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tập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con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và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cập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nhật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last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ngược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lại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bỏ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qua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con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đủ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thành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viên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thì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chứng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tỏ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d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là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thoả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mãn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. In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ra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d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Độ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phức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tạp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: O(n</a:t>
                </a:r>
                <a:r>
                  <a:rPr lang="en-US" baseline="30000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2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None/>
                </a:pP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7FEB384F-2347-987A-384A-25EE027F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  <a:blipFill>
                <a:blip r:embed="rId2"/>
                <a:stretch>
                  <a:fillRect l="-325" t="-13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76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562C0C-C004-FD78-B30F-50CE6D82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8808-25D2-BA50-9EE1-164C1EEB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Max-distance sub-sequence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838B0-5E3F-5113-57E2-8765F27C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B897C455-3735-0964-4FDE-04CE243CE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Sắp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xếp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số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baseline="-25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1</a:t>
                </a: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,…, </a:t>
                </a:r>
                <a:r>
                  <a:rPr lang="en-US" i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i="1" baseline="-25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tăng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dần</a:t>
                </a: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Khoảng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cách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lớn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nhất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có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thể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đạt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được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1</m:t>
                        </m:r>
                      </m:den>
                    </m:f>
                  </m:oMath>
                </a14:m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Duyệt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từ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d</m:t>
                    </m:r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1</m:t>
                        </m:r>
                      </m:den>
                    </m:f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down to 1: </a:t>
                </a:r>
                <a:r>
                  <a:rPr lang="vi-VN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có thể cải tiến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vi-VN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Tìm kiếm nhị phân cho số d</a:t>
                </a: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None/>
                </a:pP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B897C455-3735-0964-4FDE-04CE243CE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  <a:blipFill>
                <a:blip r:embed="rId2"/>
                <a:stretch>
                  <a:fillRect l="-325" t="-13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03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A7EE7-DA13-055C-D11E-337BD0E8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FA75-462B-4D82-B582-BBFFF54E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/>
              <a:t>Max-distance </a:t>
            </a:r>
            <a:r>
              <a:rPr lang="en-US" sz="2800" b="1" dirty="0"/>
              <a:t>sub-sequence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F5AF-40DA-857E-FEE6-EC48F582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C0E008D7-A13C-8E38-D597-95A7D6BDF7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Idea to solve: Sort </a:t>
                </a:r>
                <a:r>
                  <a:rPr lang="en-US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baseline="-25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1</a:t>
                </a: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,…, </a:t>
                </a:r>
                <a:r>
                  <a:rPr lang="en-US" i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i="1" baseline="-25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in increasing order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The max-distance must be 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≤ 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1</m:t>
                        </m:r>
                      </m:den>
                    </m:f>
                  </m:oMath>
                </a14:m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Find max-distance from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d</m:t>
                    </m:r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1</m:t>
                        </m:r>
                      </m:den>
                    </m:f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down to 1: </a:t>
                </a:r>
                <a:r>
                  <a:rPr lang="en-US" dirty="0">
                    <a:solidFill>
                      <a:srgbClr val="C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this can be improved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vi-VN" dirty="0">
                    <a:solidFill>
                      <a:srgbClr val="C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Binary search for d</a:t>
                </a:r>
                <a:endParaRPr lang="en-US" dirty="0">
                  <a:solidFill>
                    <a:srgbClr val="C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Complexity: O(n</a:t>
                </a:r>
                <a:r>
                  <a:rPr lang="en-US" baseline="30000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log n)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None/>
                </a:pP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C0E008D7-A13C-8E38-D597-95A7D6BDF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  <a:blipFill>
                <a:blip r:embed="rId2"/>
                <a:stretch>
                  <a:fillRect l="-325" t="-13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275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A5AB49-81F1-4FB5-8FEB-B5D13D9A2401}"/>
</file>

<file path=customXml/itemProps2.xml><?xml version="1.0" encoding="utf-8"?>
<ds:datastoreItem xmlns:ds="http://schemas.openxmlformats.org/officeDocument/2006/customXml" ds:itemID="{8BFC2047-974E-4A35-B232-90C33A447C2D}"/>
</file>

<file path=customXml/itemProps3.xml><?xml version="1.0" encoding="utf-8"?>
<ds:datastoreItem xmlns:ds="http://schemas.openxmlformats.org/officeDocument/2006/customXml" ds:itemID="{1AFEFD75-4A52-49D3-A474-2F54FE6C598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393</Words>
  <Application>Microsoft Office PowerPoint</Application>
  <PresentationFormat>Màn hình rộng</PresentationFormat>
  <Paragraphs>55</Paragraphs>
  <Slides>8</Slides>
  <Notes>0</Notes>
  <HiddenSlides>2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Max-distance sub-sequence</vt:lpstr>
      <vt:lpstr>Max-distance sub-sequence</vt:lpstr>
      <vt:lpstr>Max-distance sub-sequence</vt:lpstr>
      <vt:lpstr>Max-distance sub-sequence</vt:lpstr>
      <vt:lpstr>Max-distance sub-sequence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4</cp:revision>
  <dcterms:created xsi:type="dcterms:W3CDTF">2025-09-24T15:02:19Z</dcterms:created>
  <dcterms:modified xsi:type="dcterms:W3CDTF">2025-09-24T15:07:19Z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