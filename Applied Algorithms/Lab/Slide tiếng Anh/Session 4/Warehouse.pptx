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9" r:id="rId2"/>
    <p:sldId id="257" r:id="rId3"/>
    <p:sldId id="275" r:id="rId4"/>
    <p:sldId id="276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DFC55-B52D-4F73-9DDF-9BB15F125EF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9C6814-8C30-4B37-9E07-93EF4771A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838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5A88C67-891B-E0E3-0604-FADAFCCE5B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B72776C3-30BE-D83A-9E5D-7B1312D1E5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4CEC02F6-69A4-537D-ABA5-651457641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2CD63D8B-9665-9A56-0A12-E8FF0FE99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11A8D061-0FCE-9317-4EAA-6E26A2135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67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DD37677-6F6E-0384-F280-BC93D0DBE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3945AD44-48AD-3AB1-ED8A-D055350F5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995C99C1-5AC9-3888-6320-26FB23B6B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CDCA72DE-D391-3FDA-ACA3-6EE573E37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B8CFFA1C-0C0B-F983-8FE9-BCCC93A73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003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DE59518-1D55-B371-FB25-4A4B845B0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07639ED3-A704-C410-4C46-1A001708A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B1241A85-3FE7-2636-A5C0-66BFBBEB4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B86D3A45-4C10-1F73-16F1-3DD9EE235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DA8744F6-43AC-C97D-DCC4-628D5CFDE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2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6C08695-C0D7-A1CE-946E-6AC7710D4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89EF6B95-A06F-BE47-A1E2-4A02E050FD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ED4C69F6-BBCE-95B4-A177-15128C079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841B1BCD-5DF5-4991-3DC9-D4E0FC53F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E2065E37-9A90-8B50-A4B7-D4D4DEDB0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B8F1983A-0612-5FBB-7A70-0EEFAC7AA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843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C81E0EE-F1C5-8C9E-E316-DED07E66E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282EB30A-DD97-7909-2036-29BD155D3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F0978100-8BE8-F35A-6AAB-F89F1F8AA9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827D3673-7478-DC2E-D816-B6090DC2B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2E12D4A7-3BFD-CC41-0584-3EAE95DDF1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0DDCBCA4-DC25-A5B1-7639-6BF02B477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CF2C9BE7-FF7E-E325-B189-AB4DACC96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D7BEB403-E2D8-B8EC-D1D9-0D1F1C161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371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6FD3CBD-2813-8F96-DD31-4AB03BE10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D5921CAC-E52E-AE98-C407-0647A2B7D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36479D51-982D-4E74-7A6D-7A4A9E072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9970CD80-021C-10E8-92AE-1B65EE8BF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858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509AA53B-D6A7-BB26-698A-CC6D3C8A8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E21DF8FE-8BBD-C314-DCEE-A62CDC667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3B18B79C-75DD-1407-D387-305A1A804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710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8660E28-B210-0729-B6EC-8EF6474D0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2CEA2F69-BFD3-D42E-F260-99A65038C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FF40A34D-EDF3-5891-A0A3-4993A91BF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329596E2-1862-E50D-7629-EC9668E17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19374F86-8E17-44B0-976C-69A5616EF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06D6B729-CAAC-A6C5-9CFE-27D0BCAD5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842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F58DD64-BC83-EE87-04D8-CD3F6B10C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51925A14-3639-EC6A-629F-7F6BFF0244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F650622-51B7-3AF2-EA16-BCBD3E6A58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FF323D3C-200F-98CD-DF24-93DDC69F2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7885521D-3E1C-445C-A1B5-DA1F1B0C7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F982A607-89F7-BEF0-4784-0D40DFD54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923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4255527-00C6-DB8F-5C57-4A32F0E07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2F8A0689-2245-FEE6-97C7-C145163355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84FFA54D-6707-50FF-5219-41DA0C33F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C726568D-658F-3023-8B94-C6BEB377B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FD758BEC-5EC2-C182-8DCA-D843E654A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79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886025FF-C3DF-747E-48A4-3ACDEDFB43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0EC2FA4D-9D1C-E810-DD4A-75421B8489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FB4FF88A-2FF1-00A0-766D-A36E35A07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8BD1C252-FECF-7217-D320-9E8157ED7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FA728DCC-0BBD-E469-CC1B-F2EE9B8D7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653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0372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9/24/2025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594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9/24/2025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9/24/2025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8784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7B0FD760-3672-8D0E-6CF7-9058FBB27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924DC5CA-2F07-D49E-F6D4-89248CD14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45D82162-080E-C394-A410-AC3F8CC845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611D3658-43F3-659C-19D3-B1E39D09F9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9C44EB4-E7E6-6FC3-8CE3-99458DB095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91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213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Applied Algorithm Lab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365399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dirty="0"/>
              <a:t>Warehouse</a:t>
            </a:r>
          </a:p>
          <a:p>
            <a:endParaRPr lang="en-US" sz="2800" b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1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835CE-4CEA-DA3E-2443-F4D2AE8A1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ABA87-3CCB-BEBF-5E5F-E428A7935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Warehouse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112B8C-7ABB-12A5-4743-30F5FBAFC83D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/>
                  <a:t> stations located on a straight line </a:t>
                </a:r>
              </a:p>
              <a:p>
                <a:pPr lvl="1"/>
                <a:r>
                  <a:rPr lang="en-US" dirty="0"/>
                  <a:t>Station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has amount of goods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located 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pick-up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 dirty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Objective:</a:t>
                </a:r>
                <a:r>
                  <a:rPr lang="en-US" dirty="0"/>
                  <a:t> Find a route for a truck to pick-up goods at stations</a:t>
                </a:r>
              </a:p>
              <a:p>
                <a:pPr lvl="1"/>
                <a:r>
                  <a:rPr lang="en-US" dirty="0"/>
                  <a:t>two consecutive stations: has distance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dirty="0"/>
              </a:p>
              <a:p>
                <a:pPr lvl="1"/>
                <a:r>
                  <a:rPr lang="en-VN" dirty="0"/>
                  <a:t>total time to pick up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vi-VN" dirty="0"/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maximize the total amount of goods</a:t>
                </a:r>
              </a:p>
              <a:p>
                <a:r>
                  <a:rPr lang="en-US" dirty="0"/>
                  <a:t>Output: the total amount of goods</a:t>
                </a:r>
              </a:p>
              <a:p>
                <a:r>
                  <a:rPr lang="en-US" dirty="0"/>
                  <a:t>Example: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					</a:t>
                </a:r>
                <a:r>
                  <a:rPr lang="en-US" sz="2400" dirty="0"/>
                  <a:t>explain: T = 6, D = 2</a:t>
                </a:r>
              </a:p>
              <a:p>
                <a:pPr marL="0" indent="0">
                  <a:buNone/>
                </a:pPr>
                <a:r>
                  <a:rPr lang="en-US" sz="2400" dirty="0"/>
                  <a:t>							pick: 6-8-10	</a:t>
                </a:r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112B8C-7ABB-12A5-4743-30F5FBAFC8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953" t="-3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CED0C-0138-9D06-E1BF-C6BE5294E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Picture 6" descr="A close-up of numbers&#10;&#10;AI-generated content may be incorrect.">
            <a:extLst>
              <a:ext uri="{FF2B5EF4-FFF2-40B4-BE49-F238E27FC236}">
                <a16:creationId xmlns:a16="http://schemas.microsoft.com/office/drawing/2014/main" id="{6B1C392F-7A36-F197-14FC-6745BB97FE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9037" y="4140237"/>
            <a:ext cx="2519023" cy="1668444"/>
          </a:xfrm>
          <a:prstGeom prst="rect">
            <a:avLst/>
          </a:prstGeom>
        </p:spPr>
      </p:pic>
      <p:pic>
        <p:nvPicPr>
          <p:cNvPr id="10" name="Picture 9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F14F9DAD-E745-DA1D-8D18-93CA99A6EE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9385" y="4140237"/>
            <a:ext cx="2027126" cy="114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978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F3D6E-154A-FD1B-9194-0B88DF6D8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824AD-ACBE-7A74-7D02-8323D0983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Warehouse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262C71-C82D-0863-6668-3B165697DFC0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en-US" dirty="0"/>
                  <a:t>Idea to solve: dynamic programming</a:t>
                </a:r>
              </a:p>
              <a:p>
                <a:pPr lvl="1"/>
                <a:r>
                  <a:rPr lang="vi-VN" sz="2800" b="0" i="0" u="none" strike="noStrike" cap="none" dirty="0">
                    <a:solidFill>
                      <a:srgbClr val="000000"/>
                    </a:solidFill>
                    <a:sym typeface="Arial"/>
                  </a:rPr>
                  <a:t>Let f[i][k] be the maximal amounts of good if we choose some stations in 1 -&gt; i – 1, and </a:t>
                </a:r>
                <a:r>
                  <a:rPr lang="vi-VN" sz="2800" b="1" i="0" u="none" strike="noStrike" cap="none" dirty="0">
                    <a:solidFill>
                      <a:srgbClr val="C00000"/>
                    </a:solidFill>
                    <a:sym typeface="Arial"/>
                  </a:rPr>
                  <a:t>choose station i </a:t>
                </a:r>
                <a:r>
                  <a:rPr lang="vi-VN" sz="2800" dirty="0">
                    <a:solidFill>
                      <a:srgbClr val="000000"/>
                    </a:solidFill>
                    <a:sym typeface="Arial"/>
                  </a:rPr>
                  <a:t>and the total time is </a:t>
                </a:r>
                <a14:m>
                  <m:oMath xmlns:m="http://schemas.openxmlformats.org/officeDocument/2006/math">
                    <m:r>
                      <a:rPr lang="vi-VN" sz="2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Arial"/>
                      </a:rPr>
                      <m:t>≤</m:t>
                    </m:r>
                  </m:oMath>
                </a14:m>
                <a:r>
                  <a:rPr lang="vi-VN" sz="2800" b="0" i="0" u="none" strike="noStrike" cap="none" dirty="0">
                    <a:solidFill>
                      <a:srgbClr val="000000"/>
                    </a:solidFill>
                    <a:sym typeface="Arial"/>
                  </a:rPr>
                  <a:t> k.</a:t>
                </a:r>
                <a:endParaRPr lang="vi-VN" b="0" i="0" u="none" strike="noStrike" cap="none" dirty="0">
                  <a:solidFill>
                    <a:srgbClr val="000000"/>
                  </a:solidFill>
                  <a:sym typeface="Arial"/>
                </a:endParaRPr>
              </a:p>
              <a:p>
                <a:pPr lvl="1"/>
                <a:r>
                  <a:rPr lang="vi-VN" sz="2800" b="0" i="0" u="none" strike="noStrike" cap="none" dirty="0">
                    <a:solidFill>
                      <a:srgbClr val="000000"/>
                    </a:solidFill>
                    <a:sym typeface="Arial"/>
                  </a:rPr>
                  <a:t>Formula:</a:t>
                </a:r>
                <a:endParaRPr lang="vi-VN" dirty="0"/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lang="vi-VN" sz="2800" b="0" i="0" u="none" strike="noStrike" cap="none" dirty="0">
                    <a:solidFill>
                      <a:srgbClr val="000000"/>
                    </a:solidFill>
                    <a:sym typeface="Arial"/>
                  </a:rPr>
                  <a:t>	If k &lt; t[i] : f[i][k] = 0;</a:t>
                </a:r>
                <a:endParaRPr lang="vi-VN" dirty="0"/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lang="vi-VN" sz="2800" b="0" i="0" u="none" strike="noStrike" cap="none" dirty="0">
                    <a:solidFill>
                      <a:srgbClr val="000000"/>
                    </a:solidFill>
                    <a:sym typeface="Arial"/>
                  </a:rPr>
                  <a:t>	If k &gt;= t[i]: f[i][k] = max(f[j][k – t[i]] + a[i]), j = i – D -&gt; i – 1;</a:t>
                </a:r>
                <a:endParaRPr lang="vi-VN" dirty="0"/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  <a:buClr>
                    <a:srgbClr val="000000"/>
                  </a:buClr>
                  <a:buSzPts val="2000"/>
                </a:pPr>
                <a:r>
                  <a:rPr lang="vi-VN" sz="2800" dirty="0">
                    <a:solidFill>
                      <a:srgbClr val="000000"/>
                    </a:solidFill>
                    <a:sym typeface="Arial"/>
                  </a:rPr>
                  <a:t>return:</a:t>
                </a:r>
                <a:endParaRPr lang="vi-VN" sz="2800" dirty="0">
                  <a:solidFill>
                    <a:srgbClr val="000000"/>
                  </a:solidFill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lang="vi-VN" sz="2800" b="0" i="0" u="none" strike="noStrike" cap="none" dirty="0">
                    <a:solidFill>
                      <a:srgbClr val="000000"/>
                    </a:solidFill>
                    <a:sym typeface="Arial"/>
                  </a:rPr>
                  <a:t>max(f[i][k]), i = 1 -&gt; n, k = 1 -&gt; T;</a:t>
                </a:r>
                <a:endParaRPr lang="vi-VN" dirty="0"/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  <a:buClr>
                    <a:srgbClr val="000000"/>
                  </a:buClr>
                  <a:buSzPts val="2000"/>
                </a:pPr>
                <a:r>
                  <a:rPr lang="vi-VN" sz="2800" dirty="0">
                    <a:sym typeface="Arial"/>
                  </a:rPr>
                  <a:t>Complexity:</a:t>
                </a:r>
                <a:endParaRPr lang="vi-VN" sz="2800" dirty="0"/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lang="vi-VN" sz="2800" b="0" i="0" u="none" strike="noStrike" cap="none" dirty="0">
                    <a:solidFill>
                      <a:srgbClr val="000000"/>
                    </a:solidFill>
                    <a:sym typeface="Arial"/>
                  </a:rPr>
                  <a:t>				O(n * T * D).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262C71-C82D-0863-6668-3B165697DF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881" t="-232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C9168-70FE-4215-A4E3-BE928A838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60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395177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3852BD84EE2440ABC538C71FD5CABC" ma:contentTypeVersion="0" ma:contentTypeDescription="Create a new document." ma:contentTypeScope="" ma:versionID="205c4a5d51e14dcf1717a67a352bff4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E492350-1BBD-4BF4-A201-616515BA9073}"/>
</file>

<file path=customXml/itemProps2.xml><?xml version="1.0" encoding="utf-8"?>
<ds:datastoreItem xmlns:ds="http://schemas.openxmlformats.org/officeDocument/2006/customXml" ds:itemID="{E872A6CA-8EB5-4E77-90EC-60AA6EF00589}"/>
</file>

<file path=customXml/itemProps3.xml><?xml version="1.0" encoding="utf-8"?>
<ds:datastoreItem xmlns:ds="http://schemas.openxmlformats.org/officeDocument/2006/customXml" ds:itemID="{60B757D9-0657-4095-8581-32E42B298B19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247</Words>
  <Application>Microsoft Office PowerPoint</Application>
  <PresentationFormat>Màn hình rộng</PresentationFormat>
  <Paragraphs>29</Paragraphs>
  <Slides>5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6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Lato</vt:lpstr>
      <vt:lpstr>Times New Roman</vt:lpstr>
      <vt:lpstr>Chủ đề Office</vt:lpstr>
      <vt:lpstr>Bản trình bày PowerPoint</vt:lpstr>
      <vt:lpstr>Bản trình bày PowerPoint</vt:lpstr>
      <vt:lpstr>Warehouse</vt:lpstr>
      <vt:lpstr>Warehouse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 Duc Duy</dc:creator>
  <cp:lastModifiedBy>Tran Duc Duy</cp:lastModifiedBy>
  <cp:revision>5</cp:revision>
  <dcterms:created xsi:type="dcterms:W3CDTF">2025-09-24T15:02:19Z</dcterms:created>
  <dcterms:modified xsi:type="dcterms:W3CDTF">2025-09-24T15:10:56Z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0x010100F43852BD84EE2440ABC538C71FD5CABC</vt:lpwstr>
  </property>
</Properties>
</file>