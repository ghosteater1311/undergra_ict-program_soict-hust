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9" r:id="rId2"/>
    <p:sldId id="257" r:id="rId3"/>
    <p:sldId id="263" r:id="rId4"/>
    <p:sldId id="268" r:id="rId5"/>
    <p:sldId id="269" r:id="rId6"/>
    <p:sldId id="27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61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08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10/1/25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Telco data check &amp; query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err="1">
                <a:sym typeface="Arial"/>
              </a:rPr>
              <a:t>Thực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hiện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truy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vấn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trên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dữ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liệu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cuộc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gọi</a:t>
            </a:r>
            <a:endParaRPr lang="en-US" sz="3200" dirty="0">
              <a:sym typeface="Arial"/>
            </a:endParaRPr>
          </a:p>
          <a:p>
            <a:r>
              <a:rPr lang="en-US" sz="3200" dirty="0"/>
              <a:t>Input: </a:t>
            </a:r>
            <a:r>
              <a:rPr lang="en-US" sz="3200" dirty="0">
                <a:sym typeface="Arial"/>
              </a:rPr>
              <a:t>Block 1 </a:t>
            </a:r>
            <a:r>
              <a:rPr lang="en-US" sz="3200" dirty="0" err="1">
                <a:sym typeface="Arial"/>
              </a:rPr>
              <a:t>trong</a:t>
            </a:r>
            <a:r>
              <a:rPr lang="en-US" sz="3200" dirty="0">
                <a:sym typeface="Arial"/>
              </a:rPr>
              <a:t> data: </a:t>
            </a:r>
            <a:endParaRPr lang="en-US" sz="32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>
                <a:sym typeface="Arial"/>
              </a:rPr>
              <a:t>call &lt;</a:t>
            </a:r>
            <a:r>
              <a:rPr lang="en-US" dirty="0" err="1">
                <a:sym typeface="Arial"/>
              </a:rPr>
              <a:t>from_number</a:t>
            </a:r>
            <a:r>
              <a:rPr lang="en-US" dirty="0">
                <a:sym typeface="Arial"/>
              </a:rPr>
              <a:t>&gt; &lt;</a:t>
            </a:r>
            <a:r>
              <a:rPr lang="en-US" dirty="0" err="1">
                <a:sym typeface="Arial"/>
              </a:rPr>
              <a:t>to_number</a:t>
            </a:r>
            <a:r>
              <a:rPr lang="en-US" dirty="0">
                <a:sym typeface="Arial"/>
              </a:rPr>
              <a:t>&gt; &lt;date&gt; &lt;</a:t>
            </a:r>
            <a:r>
              <a:rPr lang="en-US" dirty="0" err="1">
                <a:sym typeface="Arial"/>
              </a:rPr>
              <a:t>from_time</a:t>
            </a:r>
            <a:r>
              <a:rPr lang="en-US" dirty="0">
                <a:sym typeface="Arial"/>
              </a:rPr>
              <a:t>&gt; &lt;</a:t>
            </a:r>
            <a:r>
              <a:rPr lang="en-US" dirty="0" err="1">
                <a:sym typeface="Arial"/>
              </a:rPr>
              <a:t>end_time</a:t>
            </a:r>
            <a:r>
              <a:rPr lang="en-US" dirty="0">
                <a:sym typeface="Arial"/>
              </a:rPr>
              <a:t>&gt; </a:t>
            </a:r>
            <a:endParaRPr lang="en-US" sz="2400" dirty="0"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lang="en-US" sz="2400" dirty="0">
              <a:sym typeface="Arial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dirty="0">
                <a:sym typeface="Arial"/>
              </a:rPr>
              <a:t>&lt;</a:t>
            </a:r>
            <a:r>
              <a:rPr lang="en-US" sz="2800" dirty="0" err="1">
                <a:sym typeface="Arial"/>
              </a:rPr>
              <a:t>from_number</a:t>
            </a:r>
            <a:r>
              <a:rPr lang="en-US" sz="2800" dirty="0">
                <a:sym typeface="Arial"/>
              </a:rPr>
              <a:t>&gt; and &lt;</a:t>
            </a:r>
            <a:r>
              <a:rPr lang="en-US" sz="2800" dirty="0" err="1">
                <a:sym typeface="Arial"/>
              </a:rPr>
              <a:t>to_number</a:t>
            </a:r>
            <a:r>
              <a:rPr lang="en-US" sz="2800" dirty="0">
                <a:sym typeface="Arial"/>
              </a:rPr>
              <a:t>&gt; </a:t>
            </a:r>
            <a:r>
              <a:rPr lang="en-US" sz="2800" dirty="0" err="1">
                <a:sym typeface="Arial"/>
              </a:rPr>
              <a:t>dãy</a:t>
            </a:r>
            <a:r>
              <a:rPr lang="en-US" sz="2800" dirty="0">
                <a:sym typeface="Arial"/>
              </a:rPr>
              <a:t> 10 </a:t>
            </a:r>
            <a:r>
              <a:rPr lang="en-US" sz="2800" dirty="0" err="1">
                <a:sym typeface="Arial"/>
              </a:rPr>
              <a:t>ký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tự</a:t>
            </a:r>
            <a:r>
              <a:rPr lang="en-US" sz="2800" dirty="0">
                <a:sym typeface="Arial"/>
              </a:rPr>
              <a:t> 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2800" dirty="0">
                <a:sym typeface="Arial"/>
              </a:rPr>
              <a:t>(SĐT </a:t>
            </a:r>
            <a:r>
              <a:rPr lang="en-US" sz="2800" dirty="0" err="1">
                <a:sym typeface="Arial"/>
              </a:rPr>
              <a:t>đúng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nếu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chỉ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có</a:t>
            </a:r>
            <a:r>
              <a:rPr lang="en-US" sz="2800" dirty="0">
                <a:sym typeface="Arial"/>
              </a:rPr>
              <a:t> 0,1,...,9)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56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9959E-9BAC-F047-0BCB-054E3961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AA530-FF97-E240-7896-92FEE1F2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93015-7B46-8F16-73F1-3A08D8A8DE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Queries: </a:t>
            </a:r>
            <a:r>
              <a:rPr lang="en-US" sz="3200" dirty="0">
                <a:sym typeface="Arial"/>
              </a:rPr>
              <a:t>Trong block 2 </a:t>
            </a:r>
            <a:r>
              <a:rPr lang="en-US" sz="3200" dirty="0" err="1">
                <a:sym typeface="Arial"/>
              </a:rPr>
              <a:t>của</a:t>
            </a:r>
            <a:r>
              <a:rPr lang="en-US" sz="3200" dirty="0">
                <a:sym typeface="Arial"/>
              </a:rPr>
              <a:t> data: 4 </a:t>
            </a:r>
            <a:r>
              <a:rPr lang="en-US" sz="3200" dirty="0" err="1">
                <a:sym typeface="Arial"/>
              </a:rPr>
              <a:t>loại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truy</a:t>
            </a:r>
            <a:r>
              <a:rPr lang="en-US" sz="3200" dirty="0">
                <a:sym typeface="Arial"/>
              </a:rPr>
              <a:t> </a:t>
            </a:r>
            <a:r>
              <a:rPr lang="en-US" sz="3200" dirty="0" err="1">
                <a:sym typeface="Arial"/>
              </a:rPr>
              <a:t>vẫn</a:t>
            </a:r>
            <a:endParaRPr lang="en-US" sz="32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check_phone_number</a:t>
            </a:r>
            <a:r>
              <a:rPr lang="en-US" sz="2800" dirty="0">
                <a:sym typeface="Arial"/>
              </a:rPr>
              <a:t>: in </a:t>
            </a:r>
            <a:r>
              <a:rPr lang="en-US" sz="2800" dirty="0" err="1">
                <a:sym typeface="Arial"/>
              </a:rPr>
              <a:t>ra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màn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hình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1 </a:t>
            </a:r>
            <a:r>
              <a:rPr lang="en-US" sz="2800" dirty="0" err="1">
                <a:sym typeface="Arial"/>
              </a:rPr>
              <a:t>nếu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tất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cả</a:t>
            </a:r>
            <a:r>
              <a:rPr lang="en-US" sz="2800" dirty="0">
                <a:sym typeface="Arial"/>
              </a:rPr>
              <a:t> SĐT </a:t>
            </a:r>
            <a:r>
              <a:rPr lang="en-US" sz="2800" dirty="0" err="1">
                <a:sym typeface="Arial"/>
              </a:rPr>
              <a:t>là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hợp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lệ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In </a:t>
            </a:r>
            <a:r>
              <a:rPr lang="en-US" sz="2800" dirty="0" err="1">
                <a:sym typeface="Arial"/>
              </a:rPr>
              <a:t>ra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màn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hình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lượng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cuộc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gọi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từ</a:t>
            </a:r>
            <a:r>
              <a:rPr lang="en-US" sz="2800" dirty="0">
                <a:sym typeface="Arial"/>
              </a:rPr>
              <a:t> SDT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number_total_calls</a:t>
            </a:r>
            <a:r>
              <a:rPr lang="en-US" sz="2800" dirty="0">
                <a:sym typeface="Arial"/>
              </a:rPr>
              <a:t>: In </a:t>
            </a:r>
            <a:r>
              <a:rPr lang="en-US" sz="2800" dirty="0" err="1">
                <a:sym typeface="Arial"/>
              </a:rPr>
              <a:t>ra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màn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hình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tổng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số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cuộc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gọi</a:t>
            </a:r>
            <a:endParaRPr lang="en-US" sz="2800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count_time_calls_from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In </a:t>
            </a:r>
            <a:r>
              <a:rPr lang="en-US" sz="2800" dirty="0" err="1">
                <a:sym typeface="Arial"/>
              </a:rPr>
              <a:t>ra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màn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hình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tổng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thời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lượng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gọi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từ</a:t>
            </a:r>
            <a:r>
              <a:rPr lang="en-US" sz="2800" dirty="0">
                <a:sym typeface="Arial"/>
              </a:rPr>
              <a:t> SĐT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9C0EE-8BA3-2C11-8383-8669FEF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453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32ABD-74DF-9109-CF68-BA3EFB759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206D-F5D8-A657-B4F6-C4B86E1B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962F1-324C-6A90-7BB0-B9DF847ACA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A046-8913-CC06-374E-957FBD7E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0421FD5C-1445-3182-4D00-42DBBE60B821}"/>
              </a:ext>
            </a:extLst>
          </p:cNvPr>
          <p:cNvGraphicFramePr/>
          <p:nvPr/>
        </p:nvGraphicFramePr>
        <p:xfrm>
          <a:off x="852972" y="1683761"/>
          <a:ext cx="10515600" cy="457202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66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5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stdin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stdout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0912345678 0132465789 2022-07-12 10:30:23 10:32:00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0912345678 0945324545 2022-07-13 11:30:10 11:35:11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0132465789 0945324545 2022-07-13 11:30:23 11:32:23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call 0945324545 0912345678 2022-07-13 07:30:23 07:48:30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#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check_phone_number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number_calls_from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0912345678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number_total_calls</a:t>
                      </a: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count_time_calls_from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0912345678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?</a:t>
                      </a:r>
                      <a:r>
                        <a:rPr lang="en-US" sz="24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count_time_calls_from</a:t>
                      </a: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 0132465789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#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1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2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4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398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Calibri"/>
                        </a:rPr>
                        <a:t>120</a:t>
                      </a:r>
                      <a:endParaRPr sz="2400" b="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0" i="0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79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1A63-AB4D-34A7-775F-4820788D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2A4-CFBC-D9B8-5C0B-CA94A932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Telco data check &amp;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9960A-470B-51B6-C25E-D1B25E594A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 err="1"/>
              <a:t>Ý</a:t>
            </a:r>
            <a:r>
              <a:rPr lang="en-US" sz="3200" dirty="0"/>
              <a:t> </a:t>
            </a:r>
            <a:r>
              <a:rPr lang="en-US" sz="3200" dirty="0" err="1"/>
              <a:t>tưởng</a:t>
            </a:r>
            <a:endParaRPr lang="en-US" sz="3200" dirty="0"/>
          </a:p>
          <a:p>
            <a:pPr lvl="1"/>
            <a:r>
              <a:rPr lang="en-US" sz="2800" dirty="0"/>
              <a:t>?</a:t>
            </a:r>
            <a:r>
              <a:rPr lang="en-US" sz="2800" dirty="0" err="1"/>
              <a:t>check_phone_number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?</a:t>
            </a:r>
            <a:r>
              <a:rPr lang="en-US" sz="2800" dirty="0" err="1"/>
              <a:t>number_total_calls</a:t>
            </a:r>
            <a:r>
              <a:rPr lang="en-US" sz="2800" dirty="0"/>
              <a:t>: </a:t>
            </a:r>
          </a:p>
          <a:p>
            <a:pPr lvl="2"/>
            <a:r>
              <a:rPr lang="en-US" sz="2800" dirty="0" err="1"/>
              <a:t>dễ</a:t>
            </a:r>
            <a:r>
              <a:rPr lang="en-US" sz="2800" dirty="0"/>
              <a:t> </a:t>
            </a:r>
            <a:r>
              <a:rPr lang="en-US" sz="2800" dirty="0" err="1"/>
              <a:t>dàng</a:t>
            </a:r>
            <a:r>
              <a:rPr lang="en-US" sz="2800" dirty="0"/>
              <a:t>, </a:t>
            </a:r>
            <a:r>
              <a:rPr lang="en-US" sz="2800" dirty="0" err="1"/>
              <a:t>chỉ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dùng</a:t>
            </a:r>
            <a:r>
              <a:rPr lang="en-US" sz="2800" dirty="0"/>
              <a:t> 1 </a:t>
            </a:r>
            <a:r>
              <a:rPr lang="en-US" sz="2800" dirty="0" err="1"/>
              <a:t>biến</a:t>
            </a:r>
            <a:endParaRPr lang="en-US" sz="2800" dirty="0"/>
          </a:p>
          <a:p>
            <a:pPr lvl="2"/>
            <a:r>
              <a:rPr lang="en-US" sz="2800" dirty="0" err="1"/>
              <a:t>viết</a:t>
            </a:r>
            <a:r>
              <a:rPr lang="en-US" sz="2800" dirty="0"/>
              <a:t> </a:t>
            </a:r>
            <a:r>
              <a:rPr lang="en-US" sz="2800" dirty="0" err="1"/>
              <a:t>thêm</a:t>
            </a:r>
            <a:r>
              <a:rPr lang="en-US" sz="2800" dirty="0"/>
              <a:t> </a:t>
            </a:r>
            <a:r>
              <a:rPr lang="en-US" sz="2800" dirty="0" err="1"/>
              <a:t>hàm</a:t>
            </a:r>
            <a:r>
              <a:rPr lang="en-US" sz="2800" dirty="0"/>
              <a:t> </a:t>
            </a:r>
            <a:r>
              <a:rPr lang="en-US" sz="2800" dirty="0" err="1"/>
              <a:t>để</a:t>
            </a:r>
            <a:r>
              <a:rPr lang="en-US" sz="2800" dirty="0"/>
              <a:t> check SĐT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lệ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endParaRPr lang="en-US" sz="2800" dirty="0"/>
          </a:p>
          <a:p>
            <a:pPr lvl="1"/>
            <a:r>
              <a:rPr lang="en-US" sz="2800" dirty="0"/>
              <a:t> </a:t>
            </a:r>
            <a:r>
              <a:rPr lang="en-US" sz="2800" dirty="0">
                <a:sym typeface="Arial"/>
              </a:rPr>
              <a:t>?</a:t>
            </a:r>
            <a:r>
              <a:rPr lang="en-US" sz="2800" dirty="0" err="1">
                <a:sym typeface="Arial"/>
              </a:rPr>
              <a:t>number_calls_from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</a:t>
            </a:r>
          </a:p>
          <a:p>
            <a:pPr marL="457200" lvl="1" indent="0">
              <a:buNone/>
            </a:pPr>
            <a:r>
              <a:rPr lang="en-US" sz="2800" dirty="0">
                <a:sym typeface="Arial"/>
              </a:rPr>
              <a:t>	?</a:t>
            </a:r>
            <a:r>
              <a:rPr lang="en-US" sz="2800" dirty="0" err="1">
                <a:sym typeface="Arial"/>
              </a:rPr>
              <a:t>count_time_calls_from</a:t>
            </a:r>
            <a:r>
              <a:rPr lang="en-US" sz="2800" dirty="0">
                <a:sym typeface="Arial"/>
              </a:rPr>
              <a:t> &lt;</a:t>
            </a:r>
            <a:r>
              <a:rPr lang="en-US" sz="2800" dirty="0" err="1">
                <a:sym typeface="Arial"/>
              </a:rPr>
              <a:t>phone_number</a:t>
            </a:r>
            <a:r>
              <a:rPr lang="en-US" sz="2800" dirty="0">
                <a:sym typeface="Arial"/>
              </a:rPr>
              <a:t>&gt;: 2 </a:t>
            </a:r>
            <a:r>
              <a:rPr lang="en-US" sz="2800" dirty="0" err="1">
                <a:sym typeface="Arial"/>
              </a:rPr>
              <a:t>cách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xử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lý</a:t>
            </a:r>
            <a:endParaRPr lang="en-US" sz="2800" dirty="0">
              <a:sym typeface="Arial"/>
            </a:endParaRPr>
          </a:p>
          <a:p>
            <a:pPr lvl="2"/>
            <a:r>
              <a:rPr lang="en-US" sz="2800" dirty="0" err="1">
                <a:sym typeface="Arial"/>
              </a:rPr>
              <a:t>dùng</a:t>
            </a:r>
            <a:r>
              <a:rPr lang="en-US" sz="2800" dirty="0">
                <a:sym typeface="Arial"/>
              </a:rPr>
              <a:t> 2 mappings:  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map &lt;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string,int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numberCalls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800" dirty="0" err="1">
                <a:latin typeface="Consolas"/>
                <a:ea typeface="Consolas"/>
                <a:cs typeface="Consolas"/>
                <a:sym typeface="Consolas"/>
              </a:rPr>
              <a:t>timeCall</a:t>
            </a:r>
            <a:r>
              <a:rPr lang="en-US" sz="28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800" dirty="0"/>
          </a:p>
          <a:p>
            <a:pPr lvl="2"/>
            <a:r>
              <a:rPr lang="en-US" sz="2800" dirty="0" err="1">
                <a:sym typeface="Arial"/>
              </a:rPr>
              <a:t>dùng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cây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nhị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phân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tìm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kiếm</a:t>
            </a:r>
            <a:endParaRPr lang="en-US" sz="2800" dirty="0">
              <a:sym typeface="Arial"/>
            </a:endParaRPr>
          </a:p>
          <a:p>
            <a:pPr lvl="2"/>
            <a:endParaRPr lang="en-US" sz="2800" dirty="0">
              <a:sym typeface="Arial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F1A38-ECA2-15A7-0958-4DEBEE44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0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ABB3E5-A37B-4EA4-B951-86FADB2A2B16}"/>
</file>

<file path=customXml/itemProps2.xml><?xml version="1.0" encoding="utf-8"?>
<ds:datastoreItem xmlns:ds="http://schemas.openxmlformats.org/officeDocument/2006/customXml" ds:itemID="{CA10DFEA-E8CD-4CDD-9C38-DC7724791103}"/>
</file>

<file path=customXml/itemProps3.xml><?xml version="1.0" encoding="utf-8"?>
<ds:datastoreItem xmlns:ds="http://schemas.openxmlformats.org/officeDocument/2006/customXml" ds:itemID="{18905504-DEB4-486D-B386-3BEB86D9BC7E}"/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357</Words>
  <Application>Microsoft Macintosh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Lato</vt:lpstr>
      <vt:lpstr>Office Theme</vt:lpstr>
      <vt:lpstr>PowerPoint Presentation</vt:lpstr>
      <vt:lpstr>PowerPoint Presentation</vt:lpstr>
      <vt:lpstr>Telco data check &amp; query</vt:lpstr>
      <vt:lpstr>Telco data check &amp; query</vt:lpstr>
      <vt:lpstr>Telco data check &amp; query</vt:lpstr>
      <vt:lpstr>Telco data check &amp; query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12</cp:revision>
  <dcterms:created xsi:type="dcterms:W3CDTF">2021-05-28T04:32:29Z</dcterms:created>
  <dcterms:modified xsi:type="dcterms:W3CDTF">2025-10-01T08:40:13Z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