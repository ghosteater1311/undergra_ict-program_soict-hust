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9" r:id="rId2"/>
    <p:sldId id="257" r:id="rId3"/>
    <p:sldId id="272" r:id="rId4"/>
    <p:sldId id="274" r:id="rId5"/>
    <p:sldId id="27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38" autoAdjust="0"/>
    <p:restoredTop sz="94660"/>
  </p:normalViewPr>
  <p:slideViewPr>
    <p:cSldViewPr snapToGrid="0">
      <p:cViewPr>
        <p:scale>
          <a:sx n="98" d="100"/>
          <a:sy n="98" d="100"/>
        </p:scale>
        <p:origin x="14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77765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CBUS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6AA4-C664-2791-9E42-E67FC3B7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2826-2D5C-7FDE-DFEF-C2157BF10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CBUS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09BFEE-98AC-3FF0-58F6-2AA50D9C59A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vi-VN" dirty="0"/>
                  <a:t>Tìm đường đi ngắn nhất cho 1 xe bus phục vụ khách hàng</a:t>
                </a:r>
              </a:p>
              <a:p>
                <a:r>
                  <a:rPr lang="vi-VN" dirty="0"/>
                  <a:t>Có</a:t>
                </a:r>
                <a14:m>
                  <m:oMath xmlns:m="http://schemas.openxmlformats.org/officeDocument/2006/math">
                    <m:r>
                      <a:rPr lang="vi-V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vi-VN" dirty="0"/>
                  <a:t> khách hàng. Khách</a:t>
                </a:r>
                <a14:m>
                  <m:oMath xmlns:m="http://schemas.openxmlformats.org/officeDocument/2006/math">
                    <m:r>
                      <a:rPr lang="vi-V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dirty="0"/>
                  <a:t> </a:t>
                </a:r>
                <a:r>
                  <a:rPr lang="en-US" dirty="0">
                    <a:sym typeface="Arial"/>
                  </a:rPr>
                  <a:t>cần </a:t>
                </a:r>
                <a:r>
                  <a:rPr lang="en-US" dirty="0" err="1">
                    <a:sym typeface="Arial"/>
                  </a:rPr>
                  <a:t>đi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từ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điểm</a:t>
                </a:r>
                <a:r>
                  <a:rPr lang="en-US" dirty="0"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Arial"/>
                      </a:rPr>
                      <m:t>𝑖</m:t>
                    </m:r>
                  </m:oMath>
                </a14:m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đến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điểm</a:t>
                </a:r>
                <a:r>
                  <a:rPr lang="en-US" dirty="0"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Arial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</m:oMath>
                </a14:m>
                <a:endParaRPr lang="vi-VN" dirty="0"/>
              </a:p>
              <a:p>
                <a:pPr marL="0" indent="0">
                  <a:buNone/>
                </a:pPr>
                <a:r>
                  <a:rPr lang="vi-VN" dirty="0"/>
                  <a:t>	Phương tiện: một xe bus với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vi-VN" dirty="0"/>
                  <a:t> chỗ ngồi</a:t>
                </a:r>
              </a:p>
              <a:p>
                <a:r>
                  <a:rPr lang="vi-VN" b="1" dirty="0">
                    <a:solidFill>
                      <a:srgbClr val="C00000"/>
                    </a:solidFill>
                  </a:rPr>
                  <a:t>Input:</a:t>
                </a:r>
                <a:r>
                  <a:rPr lang="vi-VN" dirty="0"/>
                  <a:t>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dirty="0"/>
                  <a:t>và ma trận khoảng cách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[1..2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][1..2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vi-VN" dirty="0"/>
              </a:p>
              <a:p>
                <a:r>
                  <a:rPr lang="vi-VN" b="1" dirty="0">
                    <a:solidFill>
                      <a:srgbClr val="C00000"/>
                    </a:solidFill>
                  </a:rPr>
                  <a:t>Output:</a:t>
                </a:r>
                <a:r>
                  <a:rPr lang="vi-VN" dirty="0"/>
                  <a:t> độ dài đường đi ngắn nhất tìm được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09BFEE-98AC-3FF0-58F6-2AA50D9C59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81" t="-230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86D8F-AE94-954A-3168-CCD17E52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15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C3D23-B6B3-4775-5860-4F2EEAAF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1612-B958-67F4-D4BD-802D7BC03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CBUS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A271F-5F67-FAA7-6CA6-82E885FC5F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VN" dirty="0"/>
              <a:t>Example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43D75-83F4-A37A-8AD1-411D62E4D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0E4F015B-36D7-49AA-7F92-8173DAE5CC7A}"/>
              </a:ext>
            </a:extLst>
          </p:cNvPr>
          <p:cNvGraphicFramePr/>
          <p:nvPr/>
        </p:nvGraphicFramePr>
        <p:xfrm>
          <a:off x="852972" y="1683761"/>
          <a:ext cx="10515600" cy="40233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295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9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</a:rPr>
                        <a:t>stdin</a:t>
                      </a:r>
                      <a:endParaRPr sz="2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</a:rPr>
                        <a:t>stdout</a:t>
                      </a:r>
                      <a:endParaRPr sz="2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3  2</a:t>
                      </a:r>
                      <a:endParaRPr sz="28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0  8  5  1  10  5  9</a:t>
                      </a:r>
                      <a:endParaRPr sz="28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9  0  5  6  6  2  8</a:t>
                      </a:r>
                      <a:endParaRPr sz="28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2  2  0  3  8  7  2</a:t>
                      </a:r>
                      <a:endParaRPr sz="28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5  3  4  0  3  2  7</a:t>
                      </a:r>
                      <a:endParaRPr sz="28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9  6  8  7  0  9  10</a:t>
                      </a:r>
                      <a:endParaRPr sz="28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3  8  10  6  5  0  2</a:t>
                      </a:r>
                      <a:endParaRPr sz="28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3  4  4  5  2  2  0</a:t>
                      </a:r>
                      <a:endParaRPr sz="2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1"/>
                          </a:solidFill>
                        </a:rPr>
                        <a:t>25</a:t>
                      </a:r>
                      <a:endParaRPr sz="2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60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BC610-46BD-BDB9-C62D-8EC6C512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7867D-8D7F-D522-DB07-5DA54A642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CBUS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B4E1F-800E-CD44-74A4-CC0E7B479F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VN" dirty="0"/>
              <a:t>Ý tưởng: Quay lui và nhánh cận, giống với TSP</a:t>
            </a:r>
          </a:p>
          <a:p>
            <a:pPr lvl="1"/>
            <a:r>
              <a:rPr lang="en-VN" dirty="0"/>
              <a:t>Dùng 1 mảng x[1..2n] – </a:t>
            </a:r>
            <a:r>
              <a:rPr lang="en-US" dirty="0" err="1"/>
              <a:t>hoán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 1,…,2n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bus</a:t>
            </a:r>
          </a:p>
          <a:p>
            <a:pPr lvl="1"/>
            <a:r>
              <a:rPr lang="en-VN" dirty="0"/>
              <a:t>Biến phụ trợ:</a:t>
            </a:r>
          </a:p>
          <a:p>
            <a:pPr lvl="2"/>
            <a:r>
              <a:rPr lang="vi-VN" dirty="0">
                <a:solidFill>
                  <a:schemeClr val="dk1"/>
                </a:solidFill>
                <a:sym typeface="Arial"/>
              </a:rPr>
              <a:t>Mảng đánh dấu: </a:t>
            </a:r>
            <a:r>
              <a:rPr lang="vi-VN" b="0" i="1" u="none" strike="noStrike" cap="none" dirty="0">
                <a:solidFill>
                  <a:schemeClr val="dk1"/>
                </a:solidFill>
                <a:sym typeface="Arial"/>
              </a:rPr>
              <a:t>appear</a:t>
            </a: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[1..2</a:t>
            </a:r>
            <a:r>
              <a:rPr lang="vi-VN" b="0" i="1" u="none" strike="noStrike" cap="none" dirty="0">
                <a:solidFill>
                  <a:schemeClr val="dk1"/>
                </a:solidFill>
                <a:sym typeface="Arial"/>
              </a:rPr>
              <a:t>n</a:t>
            </a: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]</a:t>
            </a:r>
          </a:p>
          <a:p>
            <a:pPr marL="914400" lvl="2" indent="0">
              <a:buNone/>
            </a:pP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 	</a:t>
            </a:r>
            <a:r>
              <a:rPr lang="vi-VN" b="0" i="1" u="none" strike="noStrike" cap="none" dirty="0">
                <a:solidFill>
                  <a:schemeClr val="dk1"/>
                </a:solidFill>
                <a:sym typeface="Arial"/>
              </a:rPr>
              <a:t>appear</a:t>
            </a: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[</a:t>
            </a:r>
            <a:r>
              <a:rPr lang="vi-VN" b="0" i="1" u="none" strike="noStrike" cap="none" dirty="0">
                <a:solidFill>
                  <a:schemeClr val="dk1"/>
                </a:solidFill>
                <a:sym typeface="Arial"/>
              </a:rPr>
              <a:t>v</a:t>
            </a: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] = </a:t>
            </a:r>
            <a:r>
              <a:rPr lang="vi-VN" dirty="0">
                <a:solidFill>
                  <a:schemeClr val="dk1"/>
                </a:solidFill>
                <a:sym typeface="Arial"/>
              </a:rPr>
              <a:t>v đã xuất hiện trong hành trình chưa</a:t>
            </a: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.</a:t>
            </a:r>
            <a:endParaRPr lang="vi-VN" dirty="0">
              <a:sym typeface="Arial"/>
            </a:endParaRPr>
          </a:p>
          <a:p>
            <a:pPr lvl="2"/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load: hiện tại có bao nhiêu khách trên xe</a:t>
            </a:r>
          </a:p>
          <a:p>
            <a:pPr lvl="1"/>
            <a:r>
              <a:rPr lang="vi-VN" dirty="0">
                <a:solidFill>
                  <a:schemeClr val="dk1"/>
                </a:solidFill>
                <a:sym typeface="Arial"/>
              </a:rPr>
              <a:t>Programming:</a:t>
            </a:r>
          </a:p>
          <a:p>
            <a:pPr lvl="2"/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Try(k): chọn giá trị cho </a:t>
            </a:r>
            <a:r>
              <a:rPr lang="vi-VN" b="0" i="1" u="none" strike="noStrike" cap="none" dirty="0">
                <a:solidFill>
                  <a:schemeClr val="dk1"/>
                </a:solidFill>
                <a:sym typeface="Arial"/>
              </a:rPr>
              <a:t>x</a:t>
            </a: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[</a:t>
            </a:r>
            <a:r>
              <a:rPr lang="vi-VN" b="0" i="1" u="none" strike="noStrike" cap="none" dirty="0">
                <a:solidFill>
                  <a:schemeClr val="dk1"/>
                </a:solidFill>
                <a:sym typeface="Arial"/>
              </a:rPr>
              <a:t>k</a:t>
            </a:r>
            <a:r>
              <a:rPr lang="vi-VN" b="0" i="0" u="none" strike="noStrike" cap="none" dirty="0">
                <a:solidFill>
                  <a:schemeClr val="dk1"/>
                </a:solidFill>
                <a:sym typeface="Arial"/>
              </a:rPr>
              <a:t>]</a:t>
            </a:r>
          </a:p>
          <a:p>
            <a:pPr lvl="1"/>
            <a:r>
              <a:rPr lang="vi-VN" sz="2400" b="0" i="0" u="none" strike="noStrike" cap="none" dirty="0">
                <a:solidFill>
                  <a:schemeClr val="dk1"/>
                </a:solidFill>
                <a:sym typeface="Arial"/>
              </a:rPr>
              <a:t>Branch and bound</a:t>
            </a:r>
            <a:r>
              <a:rPr lang="vi-VN" sz="2400" b="0" i="0" u="none" strike="noStrike" cap="none">
                <a:solidFill>
                  <a:schemeClr val="dk1"/>
                </a:solidFill>
                <a:sym typeface="Arial"/>
              </a:rPr>
              <a:t>: cũng giống TSP</a:t>
            </a:r>
            <a:endParaRPr lang="vi-VN" sz="2400" b="0" i="0" u="none" strike="noStrike" cap="none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5A2D-718B-2761-E8BA-A117B2A1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50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AC20F9-D4E4-4C43-AF5E-0FEE737A8172}"/>
</file>

<file path=customXml/itemProps2.xml><?xml version="1.0" encoding="utf-8"?>
<ds:datastoreItem xmlns:ds="http://schemas.openxmlformats.org/officeDocument/2006/customXml" ds:itemID="{20F6DA53-CCCE-4843-965D-D21D2EDCC378}"/>
</file>

<file path=customXml/itemProps3.xml><?xml version="1.0" encoding="utf-8"?>
<ds:datastoreItem xmlns:ds="http://schemas.openxmlformats.org/officeDocument/2006/customXml" ds:itemID="{E78886F1-CF3F-4DE7-964F-AB3A8660CB22}"/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238</Words>
  <Application>Microsoft Macintosh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Lato</vt:lpstr>
      <vt:lpstr>Office Theme</vt:lpstr>
      <vt:lpstr>PowerPoint Presentation</vt:lpstr>
      <vt:lpstr>PowerPoint Presentation</vt:lpstr>
      <vt:lpstr>CBUS</vt:lpstr>
      <vt:lpstr>CBUS</vt:lpstr>
      <vt:lpstr>CBUS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Huyen</cp:lastModifiedBy>
  <cp:revision>18</cp:revision>
  <dcterms:created xsi:type="dcterms:W3CDTF">2021-05-28T04:32:29Z</dcterms:created>
  <dcterms:modified xsi:type="dcterms:W3CDTF">2025-09-17T04:02:56Z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