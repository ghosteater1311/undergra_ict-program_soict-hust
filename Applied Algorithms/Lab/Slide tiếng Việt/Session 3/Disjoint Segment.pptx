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2.xml" ContentType="application/vnd.openxmlformats-officedocument.presentationml.slideLayout+xml"/>
  <Override PartName="/ppt/notesSlides/notesSlide1.xml" ContentType="application/vnd.openxmlformats-officedocument.presentationml.notesSlid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9" r:id="rId2"/>
    <p:sldId id="257" r:id="rId3"/>
    <p:sldId id="258" r:id="rId4"/>
    <p:sldId id="265" r:id="rId5"/>
    <p:sldId id="266" r:id="rId6"/>
    <p:sldId id="262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629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customXml" Target="../customXml/item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customXml" Target="../customXml/item3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openxmlformats.org/officeDocument/2006/relationships/customXml" Target="../customXml/item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Đầu trang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Chỗ dành sẵn cho Ngày tháng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E17284A-BF75-4A58-9B5A-B1454DDB52DB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4" name="Chỗ dành sẵn cho Hình ảnh của Bản chiế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Chỗ dành sẵn cho Ghi chú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6" name="Chỗ dành sẵn cho Chân trang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Chỗ dành sẵn cho Số hiệu Bản chiế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825968-64C4-4324-B1F4-D4CCB846B5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78364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V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2FC7A4-3D1B-482D-8C9D-7642A2CE3076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6174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êu đề Bản chiế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8E7A8717-429B-4EC0-C328-58F60AEBCD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Tiêu đề phụ 2">
            <a:extLst>
              <a:ext uri="{FF2B5EF4-FFF2-40B4-BE49-F238E27FC236}">
                <a16:creationId xmlns:a16="http://schemas.microsoft.com/office/drawing/2014/main" id="{1D50AC7E-AFAA-224D-A6FD-B2799E1DA0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vi-VN"/>
              <a:t>Bấm để chỉnh sửa kiểu tiêu đề phụ của Bản cái</a:t>
            </a:r>
            <a:endParaRPr lang="en-US"/>
          </a:p>
        </p:txBody>
      </p:sp>
      <p:sp>
        <p:nvSpPr>
          <p:cNvPr id="4" name="Chỗ dành sẵn cho Ngày tháng 3">
            <a:extLst>
              <a:ext uri="{FF2B5EF4-FFF2-40B4-BE49-F238E27FC236}">
                <a16:creationId xmlns:a16="http://schemas.microsoft.com/office/drawing/2014/main" id="{1FF195AC-E32D-0812-1166-C57F63D114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3A08E6-8AE0-47A4-854A-7DAB89895097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5" name="Chỗ dành sẵn cho Chân trang 4">
            <a:extLst>
              <a:ext uri="{FF2B5EF4-FFF2-40B4-BE49-F238E27FC236}">
                <a16:creationId xmlns:a16="http://schemas.microsoft.com/office/drawing/2014/main" id="{230A5680-DB13-5487-5EBC-8C29CA920B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C3492666-F356-346C-4E3A-578283963B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9C8D6-1CC6-403D-B23E-4021FDC486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76624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êu đề và Nội d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A88F8993-6BD7-A44B-8B34-25EBA7927D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Chỗ dành sẵn cho Nội dung 2">
            <a:extLst>
              <a:ext uri="{FF2B5EF4-FFF2-40B4-BE49-F238E27FC236}">
                <a16:creationId xmlns:a16="http://schemas.microsoft.com/office/drawing/2014/main" id="{4CE694B4-AF22-11A5-35F9-1438A20E3A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4" name="Chỗ dành sẵn cho Ngày tháng 3">
            <a:extLst>
              <a:ext uri="{FF2B5EF4-FFF2-40B4-BE49-F238E27FC236}">
                <a16:creationId xmlns:a16="http://schemas.microsoft.com/office/drawing/2014/main" id="{8ECB3F4B-7E6B-D7F4-97BF-0FF5504A61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3A08E6-8AE0-47A4-854A-7DAB89895097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5" name="Chỗ dành sẵn cho Chân trang 4">
            <a:extLst>
              <a:ext uri="{FF2B5EF4-FFF2-40B4-BE49-F238E27FC236}">
                <a16:creationId xmlns:a16="http://schemas.microsoft.com/office/drawing/2014/main" id="{13691F5A-7202-3B72-3DAC-942A66726B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BB8C347D-EB56-4F14-F05C-CC1D756966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9C8D6-1CC6-403D-B23E-4021FDC486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66168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Đầu trang của Phầ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5545FB16-B717-CC71-6F65-AF66968A67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Chỗ dành sẵn cho Văn bản 2">
            <a:extLst>
              <a:ext uri="{FF2B5EF4-FFF2-40B4-BE49-F238E27FC236}">
                <a16:creationId xmlns:a16="http://schemas.microsoft.com/office/drawing/2014/main" id="{88630780-A896-C1E9-2A18-069823B5B9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4" name="Chỗ dành sẵn cho Ngày tháng 3">
            <a:extLst>
              <a:ext uri="{FF2B5EF4-FFF2-40B4-BE49-F238E27FC236}">
                <a16:creationId xmlns:a16="http://schemas.microsoft.com/office/drawing/2014/main" id="{68DDBB45-6565-6AA3-78EF-FBC2AA8BB9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3A08E6-8AE0-47A4-854A-7DAB89895097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5" name="Chỗ dành sẵn cho Chân trang 4">
            <a:extLst>
              <a:ext uri="{FF2B5EF4-FFF2-40B4-BE49-F238E27FC236}">
                <a16:creationId xmlns:a16="http://schemas.microsoft.com/office/drawing/2014/main" id="{418A2032-C690-9C09-559E-CD338801B5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2BC4894B-5150-2DD3-2FB2-6687EBFEBD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9C8D6-1CC6-403D-B23E-4021FDC486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47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Hai Nội d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783FC8D7-833F-2234-566D-E7CD742843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Chỗ dành sẵn cho Nội dung 2">
            <a:extLst>
              <a:ext uri="{FF2B5EF4-FFF2-40B4-BE49-F238E27FC236}">
                <a16:creationId xmlns:a16="http://schemas.microsoft.com/office/drawing/2014/main" id="{F06C827F-8224-786C-C2BD-7BAD9DC5886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4" name="Chỗ dành sẵn cho Nội dung 3">
            <a:extLst>
              <a:ext uri="{FF2B5EF4-FFF2-40B4-BE49-F238E27FC236}">
                <a16:creationId xmlns:a16="http://schemas.microsoft.com/office/drawing/2014/main" id="{7D0CBC3D-FE7A-3A74-51DC-9CABF302A2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5" name="Chỗ dành sẵn cho Ngày tháng 4">
            <a:extLst>
              <a:ext uri="{FF2B5EF4-FFF2-40B4-BE49-F238E27FC236}">
                <a16:creationId xmlns:a16="http://schemas.microsoft.com/office/drawing/2014/main" id="{47D53EED-D3E2-59C9-D68F-0EA0C4737E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3A08E6-8AE0-47A4-854A-7DAB89895097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6" name="Chỗ dành sẵn cho Chân trang 5">
            <a:extLst>
              <a:ext uri="{FF2B5EF4-FFF2-40B4-BE49-F238E27FC236}">
                <a16:creationId xmlns:a16="http://schemas.microsoft.com/office/drawing/2014/main" id="{FB506C7D-4281-9101-CC2A-08A752862B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Chỗ dành sẵn cho Số hiệu Bản chiếu 6">
            <a:extLst>
              <a:ext uri="{FF2B5EF4-FFF2-40B4-BE49-F238E27FC236}">
                <a16:creationId xmlns:a16="http://schemas.microsoft.com/office/drawing/2014/main" id="{19D17D86-1AF9-7B00-4C7A-AE4A2A61C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9C8D6-1CC6-403D-B23E-4021FDC486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18751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hép so sán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3493AD7B-0E72-2B2C-D20B-A1DFA2A32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Chỗ dành sẵn cho Văn bản 2">
            <a:extLst>
              <a:ext uri="{FF2B5EF4-FFF2-40B4-BE49-F238E27FC236}">
                <a16:creationId xmlns:a16="http://schemas.microsoft.com/office/drawing/2014/main" id="{B68116CA-E72D-2604-CFFB-BDF6FCC9A6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4" name="Chỗ dành sẵn cho Nội dung 3">
            <a:extLst>
              <a:ext uri="{FF2B5EF4-FFF2-40B4-BE49-F238E27FC236}">
                <a16:creationId xmlns:a16="http://schemas.microsoft.com/office/drawing/2014/main" id="{0CAEADAB-5467-5E32-345B-AD35541CE9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5" name="Chỗ dành sẵn cho Văn bản 4">
            <a:extLst>
              <a:ext uri="{FF2B5EF4-FFF2-40B4-BE49-F238E27FC236}">
                <a16:creationId xmlns:a16="http://schemas.microsoft.com/office/drawing/2014/main" id="{054341E2-C8FB-52D9-AE6D-1DE5D57545A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6" name="Chỗ dành sẵn cho Nội dung 5">
            <a:extLst>
              <a:ext uri="{FF2B5EF4-FFF2-40B4-BE49-F238E27FC236}">
                <a16:creationId xmlns:a16="http://schemas.microsoft.com/office/drawing/2014/main" id="{8EB0EA42-38D8-C4BA-C35C-5D5E9DA0B30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7" name="Chỗ dành sẵn cho Ngày tháng 6">
            <a:extLst>
              <a:ext uri="{FF2B5EF4-FFF2-40B4-BE49-F238E27FC236}">
                <a16:creationId xmlns:a16="http://schemas.microsoft.com/office/drawing/2014/main" id="{B52C2521-7606-C446-591A-4825C6C03F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3A08E6-8AE0-47A4-854A-7DAB89895097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8" name="Chỗ dành sẵn cho Chân trang 7">
            <a:extLst>
              <a:ext uri="{FF2B5EF4-FFF2-40B4-BE49-F238E27FC236}">
                <a16:creationId xmlns:a16="http://schemas.microsoft.com/office/drawing/2014/main" id="{AD2DF607-16E3-DA0F-8BB3-5D9733E8E2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Chỗ dành sẵn cho Số hiệu Bản chiếu 8">
            <a:extLst>
              <a:ext uri="{FF2B5EF4-FFF2-40B4-BE49-F238E27FC236}">
                <a16:creationId xmlns:a16="http://schemas.microsoft.com/office/drawing/2014/main" id="{65A9F290-CB12-31E3-D11A-458555E8E5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9C8D6-1CC6-403D-B23E-4021FDC486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17912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hỉ Tiêu đê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1F9827A3-AC50-4850-F0A4-5BF8600F6F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Chỗ dành sẵn cho Ngày tháng 2">
            <a:extLst>
              <a:ext uri="{FF2B5EF4-FFF2-40B4-BE49-F238E27FC236}">
                <a16:creationId xmlns:a16="http://schemas.microsoft.com/office/drawing/2014/main" id="{CE82F8F8-BC30-AB12-1FDA-98EDC84DA4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3A08E6-8AE0-47A4-854A-7DAB89895097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4" name="Chỗ dành sẵn cho Chân trang 3">
            <a:extLst>
              <a:ext uri="{FF2B5EF4-FFF2-40B4-BE49-F238E27FC236}">
                <a16:creationId xmlns:a16="http://schemas.microsoft.com/office/drawing/2014/main" id="{AB28BDFF-F38C-C17F-9371-BD0035C12A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Chỗ dành sẵn cho Số hiệu Bản chiếu 4">
            <a:extLst>
              <a:ext uri="{FF2B5EF4-FFF2-40B4-BE49-F238E27FC236}">
                <a16:creationId xmlns:a16="http://schemas.microsoft.com/office/drawing/2014/main" id="{25397964-5AA3-EF1E-4889-6EEF3591E9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9C8D6-1CC6-403D-B23E-4021FDC486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68972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rố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Ngày tháng 1">
            <a:extLst>
              <a:ext uri="{FF2B5EF4-FFF2-40B4-BE49-F238E27FC236}">
                <a16:creationId xmlns:a16="http://schemas.microsoft.com/office/drawing/2014/main" id="{55226CF7-9377-6C38-5F13-A068A70F7F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3A08E6-8AE0-47A4-854A-7DAB89895097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3" name="Chỗ dành sẵn cho Chân trang 2">
            <a:extLst>
              <a:ext uri="{FF2B5EF4-FFF2-40B4-BE49-F238E27FC236}">
                <a16:creationId xmlns:a16="http://schemas.microsoft.com/office/drawing/2014/main" id="{E30D515E-2E6D-D17C-ED43-AC776C2736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hỗ dành sẵn cho Số hiệu Bản chiếu 3">
            <a:extLst>
              <a:ext uri="{FF2B5EF4-FFF2-40B4-BE49-F238E27FC236}">
                <a16:creationId xmlns:a16="http://schemas.microsoft.com/office/drawing/2014/main" id="{8DE9ED0B-3445-D7B8-F986-D611D177C8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9C8D6-1CC6-403D-B23E-4021FDC486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47722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Nội dung với Chú thí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111E2907-4725-4E6E-6388-EAD6C58285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Chỗ dành sẵn cho Nội dung 2">
            <a:extLst>
              <a:ext uri="{FF2B5EF4-FFF2-40B4-BE49-F238E27FC236}">
                <a16:creationId xmlns:a16="http://schemas.microsoft.com/office/drawing/2014/main" id="{A00286A6-7654-14B7-4FE1-481807D143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4" name="Chỗ dành sẵn cho Văn bản 3">
            <a:extLst>
              <a:ext uri="{FF2B5EF4-FFF2-40B4-BE49-F238E27FC236}">
                <a16:creationId xmlns:a16="http://schemas.microsoft.com/office/drawing/2014/main" id="{0110C185-CAF5-C4D6-017C-551919E6E5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5" name="Chỗ dành sẵn cho Ngày tháng 4">
            <a:extLst>
              <a:ext uri="{FF2B5EF4-FFF2-40B4-BE49-F238E27FC236}">
                <a16:creationId xmlns:a16="http://schemas.microsoft.com/office/drawing/2014/main" id="{DF5E5147-2A70-0364-AB59-A2CC06E3A2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3A08E6-8AE0-47A4-854A-7DAB89895097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6" name="Chỗ dành sẵn cho Chân trang 5">
            <a:extLst>
              <a:ext uri="{FF2B5EF4-FFF2-40B4-BE49-F238E27FC236}">
                <a16:creationId xmlns:a16="http://schemas.microsoft.com/office/drawing/2014/main" id="{CA2445F6-ED64-7ADA-806F-D7CE0C219D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Chỗ dành sẵn cho Số hiệu Bản chiếu 6">
            <a:extLst>
              <a:ext uri="{FF2B5EF4-FFF2-40B4-BE49-F238E27FC236}">
                <a16:creationId xmlns:a16="http://schemas.microsoft.com/office/drawing/2014/main" id="{8DD5840D-4C9E-4A49-74DE-75B9B47D35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9C8D6-1CC6-403D-B23E-4021FDC486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07467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̉nh với Chú thí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A9DAA057-6C87-9B7E-9337-A9898CD6F6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Chỗ dành sẵn cho Hình ảnh 2">
            <a:extLst>
              <a:ext uri="{FF2B5EF4-FFF2-40B4-BE49-F238E27FC236}">
                <a16:creationId xmlns:a16="http://schemas.microsoft.com/office/drawing/2014/main" id="{7FCA0A87-FA8C-A850-39F0-93FEA671295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Chỗ dành sẵn cho Văn bản 3">
            <a:extLst>
              <a:ext uri="{FF2B5EF4-FFF2-40B4-BE49-F238E27FC236}">
                <a16:creationId xmlns:a16="http://schemas.microsoft.com/office/drawing/2014/main" id="{CC89A77E-4564-6D7C-0633-45BCABC620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5" name="Chỗ dành sẵn cho Ngày tháng 4">
            <a:extLst>
              <a:ext uri="{FF2B5EF4-FFF2-40B4-BE49-F238E27FC236}">
                <a16:creationId xmlns:a16="http://schemas.microsoft.com/office/drawing/2014/main" id="{891C8711-EE40-E761-2691-0961D46DAA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3A08E6-8AE0-47A4-854A-7DAB89895097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6" name="Chỗ dành sẵn cho Chân trang 5">
            <a:extLst>
              <a:ext uri="{FF2B5EF4-FFF2-40B4-BE49-F238E27FC236}">
                <a16:creationId xmlns:a16="http://schemas.microsoft.com/office/drawing/2014/main" id="{854BE372-6586-0361-9F2A-4D13EE6852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Chỗ dành sẵn cho Số hiệu Bản chiếu 6">
            <a:extLst>
              <a:ext uri="{FF2B5EF4-FFF2-40B4-BE49-F238E27FC236}">
                <a16:creationId xmlns:a16="http://schemas.microsoft.com/office/drawing/2014/main" id="{0E485E50-38D8-5C49-C435-811EF52073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9C8D6-1CC6-403D-B23E-4021FDC486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24610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êu đề và Văn bản Dọ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43D1A98A-D944-5835-AAC5-23F7DD6F82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Chỗ dành sẵn cho Văn bản Dọc 2">
            <a:extLst>
              <a:ext uri="{FF2B5EF4-FFF2-40B4-BE49-F238E27FC236}">
                <a16:creationId xmlns:a16="http://schemas.microsoft.com/office/drawing/2014/main" id="{CF19E8E7-713D-488A-4051-2D53CF73F5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4" name="Chỗ dành sẵn cho Ngày tháng 3">
            <a:extLst>
              <a:ext uri="{FF2B5EF4-FFF2-40B4-BE49-F238E27FC236}">
                <a16:creationId xmlns:a16="http://schemas.microsoft.com/office/drawing/2014/main" id="{D7E49AB8-FC19-F2FB-8A8C-0702DB8FFF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3A08E6-8AE0-47A4-854A-7DAB89895097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5" name="Chỗ dành sẵn cho Chân trang 4">
            <a:extLst>
              <a:ext uri="{FF2B5EF4-FFF2-40B4-BE49-F238E27FC236}">
                <a16:creationId xmlns:a16="http://schemas.microsoft.com/office/drawing/2014/main" id="{648E38B9-F552-59E8-3BD7-9069B2EC0D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3396BA8B-AF3D-4D9D-591D-8B20D765B4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9C8D6-1CC6-403D-B23E-4021FDC486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70004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êu đề Dọc và Văn bả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Dọc 1">
            <a:extLst>
              <a:ext uri="{FF2B5EF4-FFF2-40B4-BE49-F238E27FC236}">
                <a16:creationId xmlns:a16="http://schemas.microsoft.com/office/drawing/2014/main" id="{2100739D-B171-A5DA-71AF-8BD64F6717F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Chỗ dành sẵn cho Văn bản Dọc 2">
            <a:extLst>
              <a:ext uri="{FF2B5EF4-FFF2-40B4-BE49-F238E27FC236}">
                <a16:creationId xmlns:a16="http://schemas.microsoft.com/office/drawing/2014/main" id="{B1932FBA-3272-4A76-827D-6A3481AB0D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4" name="Chỗ dành sẵn cho Ngày tháng 3">
            <a:extLst>
              <a:ext uri="{FF2B5EF4-FFF2-40B4-BE49-F238E27FC236}">
                <a16:creationId xmlns:a16="http://schemas.microsoft.com/office/drawing/2014/main" id="{9956B868-2107-9408-D0FE-DE28E7A7E1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3A08E6-8AE0-47A4-854A-7DAB89895097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5" name="Chỗ dành sẵn cho Chân trang 4">
            <a:extLst>
              <a:ext uri="{FF2B5EF4-FFF2-40B4-BE49-F238E27FC236}">
                <a16:creationId xmlns:a16="http://schemas.microsoft.com/office/drawing/2014/main" id="{4E152437-1AE2-0FC4-07A1-9C9080AB02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0A50B816-1532-8BE9-5198-FD2F7714C6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9C8D6-1CC6-403D-B23E-4021FDC486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654437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060504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26152509-8D0C-4712-AA81-AF54972C78D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58E92B09-5AF4-4E86-A8BE-E866F0E2C017}" type="datetime1">
              <a:rPr lang="en-US" smtClean="0"/>
              <a:pPr/>
              <a:t>9/17/2025</a:t>
            </a:fld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A9A90DE7-FAAB-4B91-AC83-B18850F1EC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0FD5971E-BD21-416C-BC2E-97EE0E09A5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476781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with Cap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A21A061D-9F38-49ED-BAF8-8055D9FB97A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82F65D4C-DEE4-4C7B-91C4-D6D57A523E98}" type="datetime1">
              <a:rPr lang="en-US" smtClean="0"/>
              <a:pPr/>
              <a:t>9/17/2025</a:t>
            </a:fld>
            <a:endParaRPr lang="en-US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490FAA6E-46AD-4366-8E80-2F5BEB7D5B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9A5604C7-0828-446E-97CC-8D6162E69E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095407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mparis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8">
            <a:extLst>
              <a:ext uri="{FF2B5EF4-FFF2-40B4-BE49-F238E27FC236}">
                <a16:creationId xmlns:a16="http://schemas.microsoft.com/office/drawing/2014/main" id="{3E6AE9CF-41FF-46D0-BF7A-815E4777895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3:……………………………………..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A85E41C6-3987-4F5C-A750-35F5C730A56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7539" y="1032510"/>
            <a:ext cx="11515725" cy="4938713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C99BA7CA-DC84-4A35-BD8A-C14D582181A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8CDB0C24-DFE0-41C5-B02D-FC32F5C22F7C}" type="datetime1">
              <a:rPr lang="en-US" smtClean="0"/>
              <a:pPr/>
              <a:t>9/17/2025</a:t>
            </a:fld>
            <a:endParaRPr lang="en-US" dirty="0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E1DCC345-F4E6-42D6-9173-88011D0E27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BD82AFB1-CD7C-4710-A82A-F9FEE6DA5C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18804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Tiêu đề 1">
            <a:extLst>
              <a:ext uri="{FF2B5EF4-FFF2-40B4-BE49-F238E27FC236}">
                <a16:creationId xmlns:a16="http://schemas.microsoft.com/office/drawing/2014/main" id="{7A8BF6B9-B957-1C72-7F24-1B130CE2E1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Chỗ dành sẵn cho Văn bản 2">
            <a:extLst>
              <a:ext uri="{FF2B5EF4-FFF2-40B4-BE49-F238E27FC236}">
                <a16:creationId xmlns:a16="http://schemas.microsoft.com/office/drawing/2014/main" id="{08DCF9A3-FE32-E15F-FA1C-9821760A24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4" name="Chỗ dành sẵn cho Ngày tháng 3">
            <a:extLst>
              <a:ext uri="{FF2B5EF4-FFF2-40B4-BE49-F238E27FC236}">
                <a16:creationId xmlns:a16="http://schemas.microsoft.com/office/drawing/2014/main" id="{08D14FFB-0A1B-3807-E7F9-9C338FE84D2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13A08E6-8AE0-47A4-854A-7DAB89895097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5" name="Chỗ dành sẵn cho Chân trang 4">
            <a:extLst>
              <a:ext uri="{FF2B5EF4-FFF2-40B4-BE49-F238E27FC236}">
                <a16:creationId xmlns:a16="http://schemas.microsoft.com/office/drawing/2014/main" id="{5482D604-91A1-E884-3136-CC90A110F34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8879FA4E-618F-D600-F79E-C1DB4458DD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C89C8D6-1CC6-403D-B23E-4021FDC486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79175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3" r:id="rId14"/>
    <p:sldLayoutId id="2147483664" r:id="rId1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975272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>
            <a:extLst>
              <a:ext uri="{FF2B5EF4-FFF2-40B4-BE49-F238E27FC236}">
                <a16:creationId xmlns:a16="http://schemas.microsoft.com/office/drawing/2014/main" id="{737FC17F-78B9-4DA3-B1E3-B6651CB174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86634" y="331380"/>
            <a:ext cx="3174367" cy="952975"/>
          </a:xfrm>
          <a:prstGeom prst="rect">
            <a:avLst/>
          </a:prstGeom>
        </p:spPr>
      </p:pic>
      <p:sp>
        <p:nvSpPr>
          <p:cNvPr id="3" name="Title 6">
            <a:extLst>
              <a:ext uri="{FF2B5EF4-FFF2-40B4-BE49-F238E27FC236}">
                <a16:creationId xmlns:a16="http://schemas.microsoft.com/office/drawing/2014/main" id="{5702E00C-3125-4CD1-A5F8-64723BF48E3E}"/>
              </a:ext>
            </a:extLst>
          </p:cNvPr>
          <p:cNvSpPr txBox="1">
            <a:spLocks/>
          </p:cNvSpPr>
          <p:nvPr/>
        </p:nvSpPr>
        <p:spPr>
          <a:xfrm>
            <a:off x="386634" y="2219413"/>
            <a:ext cx="7342482" cy="84879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hành</a:t>
            </a:r>
            <a:r>
              <a:rPr lang="en-US" dirty="0"/>
              <a:t> TTUD</a:t>
            </a:r>
          </a:p>
        </p:txBody>
      </p:sp>
      <p:sp>
        <p:nvSpPr>
          <p:cNvPr id="4" name="Title 6">
            <a:extLst>
              <a:ext uri="{FF2B5EF4-FFF2-40B4-BE49-F238E27FC236}">
                <a16:creationId xmlns:a16="http://schemas.microsoft.com/office/drawing/2014/main" id="{72BF49D9-2FCE-4950-8B1C-F580CC18F4C9}"/>
              </a:ext>
            </a:extLst>
          </p:cNvPr>
          <p:cNvSpPr txBox="1">
            <a:spLocks/>
          </p:cNvSpPr>
          <p:nvPr/>
        </p:nvSpPr>
        <p:spPr>
          <a:xfrm>
            <a:off x="386634" y="3365399"/>
            <a:ext cx="7342482" cy="84879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sz="2800" dirty="0"/>
              <a:t>Disjoint segment</a:t>
            </a:r>
            <a:endParaRPr lang="en-US" sz="2800" b="0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BF4829-01AB-4F75-A03B-DF4FC4C312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30948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A5D019-96A4-4D1E-AFB5-09D65C86E1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2800" b="1" dirty="0"/>
              <a:t>Disjoint segment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A5726603-7893-4AE0-9532-68058044B69D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/>
            <p:txBody>
              <a:bodyPr/>
              <a:lstStyle/>
              <a:p>
                <a:r>
                  <a:rPr lang="en-US" dirty="0" err="1"/>
                  <a:t>Tìm</a:t>
                </a:r>
                <a:r>
                  <a:rPr lang="en-US" dirty="0"/>
                  <a:t> </a:t>
                </a:r>
                <a:r>
                  <a:rPr lang="en-US" dirty="0" err="1"/>
                  <a:t>lượng</a:t>
                </a:r>
                <a:r>
                  <a:rPr lang="en-US" dirty="0"/>
                  <a:t> </a:t>
                </a:r>
                <a:r>
                  <a:rPr lang="en-US" dirty="0" err="1"/>
                  <a:t>lớn</a:t>
                </a:r>
                <a:r>
                  <a:rPr lang="en-US" dirty="0"/>
                  <a:t> </a:t>
                </a:r>
                <a:r>
                  <a:rPr lang="en-US" dirty="0" err="1"/>
                  <a:t>nhất</a:t>
                </a:r>
                <a:r>
                  <a:rPr lang="en-US" dirty="0"/>
                  <a:t> </a:t>
                </a:r>
                <a:r>
                  <a:rPr lang="en-US" dirty="0" err="1"/>
                  <a:t>các</a:t>
                </a:r>
                <a:r>
                  <a:rPr lang="en-US" dirty="0"/>
                  <a:t> </a:t>
                </a:r>
                <a:r>
                  <a:rPr lang="en-US" dirty="0" err="1"/>
                  <a:t>đoạn</a:t>
                </a:r>
                <a:r>
                  <a:rPr lang="en-US" dirty="0"/>
                  <a:t> </a:t>
                </a:r>
                <a:r>
                  <a:rPr lang="en-US" dirty="0" err="1"/>
                  <a:t>không</a:t>
                </a:r>
                <a:r>
                  <a:rPr lang="en-US" dirty="0"/>
                  <a:t> </a:t>
                </a:r>
                <a:r>
                  <a:rPr lang="en-US" dirty="0" err="1"/>
                  <a:t>giao</a:t>
                </a:r>
                <a:r>
                  <a:rPr lang="en-US" dirty="0"/>
                  <a:t> </a:t>
                </a:r>
                <a:r>
                  <a:rPr lang="en-US" dirty="0" err="1"/>
                  <a:t>nhau</a:t>
                </a:r>
                <a:r>
                  <a:rPr lang="en-US" dirty="0"/>
                  <a:t> </a:t>
                </a:r>
                <a:r>
                  <a:rPr lang="en-US" dirty="0" err="1"/>
                  <a:t>trong</a:t>
                </a:r>
                <a:r>
                  <a:rPr lang="en-US" dirty="0"/>
                  <a:t> 1 </a:t>
                </a:r>
                <a:r>
                  <a:rPr lang="en-US" dirty="0" err="1"/>
                  <a:t>số</a:t>
                </a:r>
                <a:r>
                  <a:rPr lang="en-US" dirty="0"/>
                  <a:t> </a:t>
                </a:r>
                <a:r>
                  <a:rPr lang="en-US" dirty="0" err="1"/>
                  <a:t>đoạn</a:t>
                </a:r>
                <a:r>
                  <a:rPr lang="en-US" dirty="0"/>
                  <a:t> </a:t>
                </a:r>
                <a:r>
                  <a:rPr lang="en-US" dirty="0" err="1"/>
                  <a:t>cho</a:t>
                </a:r>
                <a:r>
                  <a:rPr lang="en-US" dirty="0"/>
                  <a:t> </a:t>
                </a:r>
                <a:r>
                  <a:rPr lang="en-US" dirty="0" err="1"/>
                  <a:t>trước</a:t>
                </a:r>
                <a:r>
                  <a:rPr lang="en-US" dirty="0"/>
                  <a:t>.</a:t>
                </a:r>
              </a:p>
              <a:p>
                <a:r>
                  <a:rPr lang="en-US" b="1" dirty="0"/>
                  <a:t>Input:</a:t>
                </a:r>
                <a:r>
                  <a:rPr lang="en-US" dirty="0"/>
                  <a:t>  1 </a:t>
                </a:r>
                <a:r>
                  <a:rPr lang="en-US" dirty="0" err="1"/>
                  <a:t>đường</a:t>
                </a:r>
                <a:r>
                  <a:rPr lang="en-US" dirty="0"/>
                  <a:t> </a:t>
                </a:r>
                <a:r>
                  <a:rPr lang="en-US" dirty="0" err="1"/>
                  <a:t>thẳng</a:t>
                </a:r>
                <a:r>
                  <a:rPr lang="en-US" dirty="0"/>
                  <a:t> </a:t>
                </a:r>
                <a:r>
                  <a:rPr lang="en-US" dirty="0" err="1"/>
                  <a:t>và</a:t>
                </a:r>
                <a:r>
                  <a:rPr lang="en-US" dirty="0"/>
                  <a:t> </a:t>
                </a:r>
                <a:r>
                  <a:rPr lang="en-US" dirty="0" err="1"/>
                  <a:t>các</a:t>
                </a:r>
                <a:r>
                  <a:rPr lang="en-US" dirty="0"/>
                  <a:t> </a:t>
                </a:r>
                <a:r>
                  <a:rPr lang="en-US" dirty="0" err="1"/>
                  <a:t>đoạn</a:t>
                </a:r>
                <a:r>
                  <a:rPr lang="en-US" dirty="0"/>
                  <a:t> </a:t>
                </a:r>
                <a:r>
                  <a:rPr lang="en-US" dirty="0" err="1"/>
                  <a:t>trên</a:t>
                </a:r>
                <a:r>
                  <a:rPr lang="en-US" dirty="0"/>
                  <a:t> </a:t>
                </a:r>
                <a:r>
                  <a:rPr lang="en-US" dirty="0" err="1"/>
                  <a:t>đường</a:t>
                </a:r>
                <a:r>
                  <a:rPr lang="en-US" dirty="0"/>
                  <a:t> </a:t>
                </a:r>
                <a:r>
                  <a:rPr lang="en-US" dirty="0" err="1"/>
                  <a:t>thẳng</a:t>
                </a:r>
                <a:r>
                  <a:rPr lang="en-US" dirty="0"/>
                  <a:t> </a:t>
                </a:r>
                <a:r>
                  <a:rPr lang="en-US" dirty="0" err="1"/>
                  <a:t>đó</a:t>
                </a:r>
                <a:r>
                  <a:rPr lang="en-VN" dirty="0"/>
                  <a:t>: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VN" i="1" dirty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vi-VN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vi-VN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vi-VN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vi-VN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vi-VN" i="1" dirty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vi-VN" b="0" i="1" dirty="0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vi-VN" b="0" i="1" dirty="0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vi-VN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vi-VN" i="1" dirty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vi-VN" b="0" i="1" dirty="0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  <m:r>
                            <a:rPr lang="vi-VN" b="0" i="1" dirty="0" smtClean="0">
                              <a:latin typeface="Cambria Math" panose="02040503050406030204" pitchFamily="18" charset="0"/>
                            </a:rPr>
                            <m:t>;…;</m:t>
                          </m:r>
                          <m:d>
                            <m:dPr>
                              <m:ctrlPr>
                                <a:rPr lang="vi-VN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vi-VN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vi-VN" i="1" dirty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vi-VN" i="1" dirty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vi-VN" b="0" i="1" dirty="0" smtClean="0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sSub>
                                <m:sSubPr>
                                  <m:ctrlPr>
                                    <a:rPr lang="vi-VN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vi-VN" i="1" dirty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vi-VN" i="1" dirty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d>
                        </m:e>
                      </m:d>
                      <m:r>
                        <a:rPr lang="vi-VN" b="0" i="1" dirty="0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m:rPr>
                          <m:sty m:val="p"/>
                        </m:rPr>
                        <a:rPr lang="vi-VN" i="1" dirty="0">
                          <a:latin typeface="Cambria Math" panose="02040503050406030204" pitchFamily="18" charset="0"/>
                        </a:rPr>
                        <m:t>where</m:t>
                      </m:r>
                      <m:r>
                        <a:rPr lang="vi-VN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vi-VN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vi-VN" i="1" dirty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vi-VN" i="1" dirty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vi-VN" b="0" i="1" dirty="0" smtClean="0">
                          <a:latin typeface="Cambria Math" panose="02040503050406030204" pitchFamily="18" charset="0"/>
                        </a:rPr>
                        <m:t>&lt;</m:t>
                      </m:r>
                      <m:sSub>
                        <m:sSubPr>
                          <m:ctrlPr>
                            <a:rPr lang="vi-VN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vi-VN" i="1" dirty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vi-VN" i="1" dirty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VN" i="1" dirty="0"/>
              </a:p>
              <a:p>
                <a:r>
                  <a:rPr lang="en-US" b="1" dirty="0"/>
                  <a:t>Objective: </a:t>
                </a:r>
                <a:r>
                  <a:rPr lang="en-US" dirty="0" err="1"/>
                  <a:t>Tìm</a:t>
                </a:r>
                <a:r>
                  <a:rPr lang="en-US" dirty="0"/>
                  <a:t> 1 </a:t>
                </a:r>
                <a:r>
                  <a:rPr lang="en-US" dirty="0" err="1"/>
                  <a:t>tập</a:t>
                </a:r>
                <a:r>
                  <a:rPr lang="en-US" dirty="0"/>
                  <a:t> con </a:t>
                </a:r>
                <a:r>
                  <a:rPr lang="en-US" dirty="0" err="1"/>
                  <a:t>của</a:t>
                </a:r>
                <a:r>
                  <a:rPr lang="en-US" dirty="0"/>
                  <a:t> X </a:t>
                </a:r>
                <a:r>
                  <a:rPr lang="en-US" dirty="0" err="1"/>
                  <a:t>chỉ</a:t>
                </a:r>
                <a:r>
                  <a:rPr lang="en-US" dirty="0"/>
                  <a:t> </a:t>
                </a:r>
                <a:r>
                  <a:rPr lang="en-US" dirty="0" err="1"/>
                  <a:t>chứa</a:t>
                </a:r>
                <a:r>
                  <a:rPr lang="en-US" dirty="0"/>
                  <a:t> </a:t>
                </a:r>
                <a:r>
                  <a:rPr lang="en-US" dirty="0" err="1"/>
                  <a:t>các</a:t>
                </a:r>
                <a:r>
                  <a:rPr lang="en-US" dirty="0"/>
                  <a:t> </a:t>
                </a:r>
                <a:r>
                  <a:rPr lang="en-US" dirty="0" err="1"/>
                  <a:t>đoạn</a:t>
                </a:r>
                <a:r>
                  <a:rPr lang="en-US" dirty="0"/>
                  <a:t> </a:t>
                </a:r>
                <a:r>
                  <a:rPr lang="en-US" dirty="0" err="1"/>
                  <a:t>đôi</a:t>
                </a:r>
                <a:r>
                  <a:rPr lang="en-US" dirty="0"/>
                  <a:t> </a:t>
                </a:r>
                <a:r>
                  <a:rPr lang="en-US" dirty="0" err="1"/>
                  <a:t>một</a:t>
                </a:r>
                <a:r>
                  <a:rPr lang="en-US" dirty="0"/>
                  <a:t> </a:t>
                </a:r>
                <a:r>
                  <a:rPr lang="en-US" dirty="0" err="1"/>
                  <a:t>không</a:t>
                </a:r>
                <a:r>
                  <a:rPr lang="en-US" dirty="0"/>
                  <a:t> </a:t>
                </a:r>
                <a:r>
                  <a:rPr lang="en-US" dirty="0" err="1"/>
                  <a:t>giao</a:t>
                </a:r>
                <a:r>
                  <a:rPr lang="en-US" dirty="0"/>
                  <a:t> </a:t>
                </a:r>
                <a:r>
                  <a:rPr lang="en-US" dirty="0" err="1"/>
                  <a:t>nhau</a:t>
                </a:r>
                <a:r>
                  <a:rPr lang="en-US" dirty="0"/>
                  <a:t> </a:t>
                </a:r>
                <a:r>
                  <a:rPr lang="en-US" dirty="0" err="1"/>
                  <a:t>và</a:t>
                </a:r>
                <a:r>
                  <a:rPr lang="en-US" dirty="0"/>
                  <a:t> </a:t>
                </a:r>
                <a:r>
                  <a:rPr lang="en-US" dirty="0" err="1"/>
                  <a:t>có</a:t>
                </a:r>
                <a:r>
                  <a:rPr lang="en-US" dirty="0"/>
                  <a:t> </a:t>
                </a:r>
                <a:r>
                  <a:rPr lang="en-US" dirty="0" err="1"/>
                  <a:t>lực</a:t>
                </a:r>
                <a:r>
                  <a:rPr lang="en-US" dirty="0"/>
                  <a:t> </a:t>
                </a:r>
                <a:r>
                  <a:rPr lang="en-US" dirty="0" err="1"/>
                  <a:t>lượng</a:t>
                </a:r>
                <a:r>
                  <a:rPr lang="en-US" dirty="0"/>
                  <a:t> </a:t>
                </a:r>
                <a:r>
                  <a:rPr lang="en-US" dirty="0" err="1"/>
                  <a:t>lớn</a:t>
                </a:r>
                <a:r>
                  <a:rPr lang="en-US" dirty="0"/>
                  <a:t> </a:t>
                </a:r>
                <a:r>
                  <a:rPr lang="en-US" dirty="0" err="1"/>
                  <a:t>nhất</a:t>
                </a:r>
                <a:endParaRPr lang="en-US" b="1" dirty="0"/>
              </a:p>
              <a:p>
                <a:r>
                  <a:rPr lang="en-US" b="1" dirty="0"/>
                  <a:t>Output: </a:t>
                </a:r>
                <a:r>
                  <a:rPr lang="vi-VN" dirty="0"/>
                  <a:t>Số đoạn (số phần tử) tìm được</a:t>
                </a:r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A5726603-7893-4AE0-9532-68058044B69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blipFill>
                <a:blip r:embed="rId2"/>
                <a:stretch>
                  <a:fillRect l="-881" t="-2308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E4677A-4F02-4478-B9B8-685D0B6264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59527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DC5497-E8B9-5C39-827C-EAFCF5EFDE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E0AADB-4C78-6231-EBC4-E3B7E7372F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2800" b="1" dirty="0"/>
              <a:t>Disjoint segment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4ED602-54EA-147C-34D0-D5E1D3F4910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VN" sz="3200" dirty="0"/>
              <a:t>Example</a:t>
            </a:r>
            <a:endParaRPr lang="en-US" sz="32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A71C16-B31B-78D5-9F26-9C3CF03C5E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4</a:t>
            </a:fld>
            <a:endParaRPr lang="en-US"/>
          </a:p>
        </p:txBody>
      </p:sp>
      <p:graphicFrame>
        <p:nvGraphicFramePr>
          <p:cNvPr id="4" name="Google Shape;92;p2">
            <a:extLst>
              <a:ext uri="{FF2B5EF4-FFF2-40B4-BE49-F238E27FC236}">
                <a16:creationId xmlns:a16="http://schemas.microsoft.com/office/drawing/2014/main" id="{C325F0B6-2F04-EDDC-2737-9C0DAE721767}"/>
              </a:ext>
            </a:extLst>
          </p:cNvPr>
          <p:cNvGraphicFramePr/>
          <p:nvPr/>
        </p:nvGraphicFramePr>
        <p:xfrm>
          <a:off x="852972" y="1683761"/>
          <a:ext cx="10515600" cy="4084340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35080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075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3200" u="none" strike="noStrike" cap="none">
                          <a:solidFill>
                            <a:schemeClr val="dk1"/>
                          </a:solidFill>
                        </a:rPr>
                        <a:t>stdin</a:t>
                      </a:r>
                      <a:endParaRPr sz="32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3200" u="none" strike="noStrike" cap="none">
                          <a:solidFill>
                            <a:schemeClr val="dk1"/>
                          </a:solidFill>
                        </a:rPr>
                        <a:t>stdout</a:t>
                      </a:r>
                      <a:endParaRPr sz="32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3200" u="none" strike="noStrike" cap="none" dirty="0"/>
                        <a:t>6</a:t>
                      </a:r>
                      <a:endParaRPr sz="3200" dirty="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3200" u="none" strike="noStrike" cap="none" dirty="0"/>
                        <a:t>0 10</a:t>
                      </a:r>
                      <a:endParaRPr sz="3200" dirty="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3200" u="none" strike="noStrike" cap="none" dirty="0"/>
                        <a:t>3 7</a:t>
                      </a:r>
                      <a:endParaRPr sz="3200" dirty="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3200" u="none" strike="noStrike" cap="none" dirty="0"/>
                        <a:t>6 14</a:t>
                      </a:r>
                      <a:endParaRPr sz="3200" dirty="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3200" u="none" strike="noStrike" cap="none" dirty="0"/>
                        <a:t>9 11</a:t>
                      </a:r>
                      <a:endParaRPr sz="3200" dirty="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3200" u="none" strike="noStrike" cap="none" dirty="0"/>
                        <a:t>12 15</a:t>
                      </a:r>
                      <a:endParaRPr sz="3200" dirty="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3200" u="none" strike="noStrike" cap="none" dirty="0"/>
                        <a:t>17 19</a:t>
                      </a:r>
                      <a:endParaRPr sz="3200" u="none" strike="noStrike" cap="none" dirty="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3200" u="none" strike="noStrike" cap="none" dirty="0">
                          <a:solidFill>
                            <a:schemeClr val="dk1"/>
                          </a:solidFill>
                        </a:rPr>
                        <a:t>4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lang="vi-VN" sz="3200" u="none" strike="noStrike" cap="none" dirty="0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VN" sz="3200" u="none" strike="noStrike" cap="none" dirty="0">
                          <a:solidFill>
                            <a:schemeClr val="dk1"/>
                          </a:solidFill>
                        </a:rPr>
                        <a:t>Explain: (3,7), (9,11), (12,15), (17,19)</a:t>
                      </a:r>
                      <a:endParaRPr sz="3200" u="none" strike="noStrike" cap="none" dirty="0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802439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E8BD18-9640-3CEC-FC6E-4245A00ECD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B5B780-5C67-C0B6-4CCC-F8C5A1FE25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8736" y="126191"/>
            <a:ext cx="11514528" cy="436098"/>
          </a:xfrm>
        </p:spPr>
        <p:txBody>
          <a:bodyPr>
            <a:normAutofit fontScale="90000"/>
          </a:bodyPr>
          <a:lstStyle/>
          <a:p>
            <a:r>
              <a:rPr lang="en-US" sz="2800" b="1" dirty="0"/>
              <a:t>Disjoint segment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4EEE4F-865A-2DC9-B5D7-28A895C7642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VN" dirty="0"/>
              <a:t>Ý tưởng: tham lam</a:t>
            </a:r>
          </a:p>
          <a:p>
            <a:pPr lvl="1"/>
            <a:r>
              <a:rPr lang="en-VN" dirty="0"/>
              <a:t>Nhận xét: Chọn từ trái sang phải: Đoạn nào kết thúc sớm thì ưu tiên chọn trước, vì có thể “tiết kiệm” được không gian cho các đoạn phía sau</a:t>
            </a:r>
          </a:p>
          <a:p>
            <a:pPr lvl="1"/>
            <a:r>
              <a:rPr lang="vi-VN" dirty="0">
                <a:sym typeface="Arial"/>
              </a:rPr>
              <a:t>Sắp xếp các đoạn tăng dần theo điểm kết thúc</a:t>
            </a:r>
          </a:p>
          <a:p>
            <a:pPr lvl="1"/>
            <a:r>
              <a:rPr lang="vi-VN" dirty="0">
                <a:sym typeface="Arial"/>
              </a:rPr>
              <a:t>Duyệt qua các đoạn và kiểm tra xem 1 đoạn có thoả mãn yêu cầu không, nếu có thì sẽ chọn vào tập con cần tìm</a:t>
            </a:r>
          </a:p>
          <a:p>
            <a:pPr lvl="1"/>
            <a:r>
              <a:rPr lang="vi-VN" dirty="0">
                <a:sym typeface="Arial"/>
              </a:rPr>
              <a:t>Biến phụ trợ:</a:t>
            </a:r>
            <a:r>
              <a:rPr lang="vi-VN" sz="1800" dirty="0">
                <a:latin typeface="+mn-lt"/>
                <a:ea typeface="+mn-ea"/>
                <a:cs typeface="+mn-cs"/>
                <a:sym typeface="Arial"/>
              </a:rPr>
              <a:t> </a:t>
            </a:r>
          </a:p>
          <a:p>
            <a:pPr marL="457200" lvl="1" indent="0">
              <a:buNone/>
            </a:pPr>
            <a:r>
              <a:rPr lang="vi-VN" dirty="0">
                <a:sym typeface="Arial"/>
              </a:rPr>
              <a:t>	last: lưu điểm kết thúc của đoạn trước đó ta đã chọn</a:t>
            </a:r>
          </a:p>
          <a:p>
            <a:pPr lvl="1"/>
            <a:r>
              <a:rPr lang="en-US" dirty="0" err="1"/>
              <a:t>Điều</a:t>
            </a:r>
            <a:r>
              <a:rPr lang="en-US" dirty="0"/>
              <a:t> </a:t>
            </a:r>
            <a:r>
              <a:rPr lang="en-US" dirty="0" err="1"/>
              <a:t>kiện</a:t>
            </a:r>
            <a:r>
              <a:rPr lang="en-US" dirty="0"/>
              <a:t> </a:t>
            </a:r>
            <a:r>
              <a:rPr lang="en-US" dirty="0" err="1"/>
              <a:t>chọn</a:t>
            </a:r>
            <a:r>
              <a:rPr lang="en-US" dirty="0"/>
              <a:t> </a:t>
            </a:r>
            <a:r>
              <a:rPr lang="en-US" dirty="0" err="1"/>
              <a:t>đoạn</a:t>
            </a:r>
            <a:r>
              <a:rPr lang="en-US" dirty="0"/>
              <a:t>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tập</a:t>
            </a:r>
            <a:r>
              <a:rPr lang="en-US" dirty="0"/>
              <a:t> con: begin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đoạn</a:t>
            </a:r>
            <a:r>
              <a:rPr lang="en-US" dirty="0"/>
              <a:t> </a:t>
            </a:r>
            <a:r>
              <a:rPr lang="en-US" dirty="0" err="1"/>
              <a:t>đó</a:t>
            </a:r>
            <a:r>
              <a:rPr lang="en-US" dirty="0"/>
              <a:t> &gt; last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E021F7-5634-A58F-B4BD-126D86DCC9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93438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6">
            <a:extLst>
              <a:ext uri="{FF2B5EF4-FFF2-40B4-BE49-F238E27FC236}">
                <a16:creationId xmlns:a16="http://schemas.microsoft.com/office/drawing/2014/main" id="{5945A2BB-ABB6-48FB-A491-502474D93E34}"/>
              </a:ext>
            </a:extLst>
          </p:cNvPr>
          <p:cNvSpPr txBox="1">
            <a:spLocks/>
          </p:cNvSpPr>
          <p:nvPr/>
        </p:nvSpPr>
        <p:spPr>
          <a:xfrm>
            <a:off x="5605763" y="2869457"/>
            <a:ext cx="5422456" cy="97130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7200" b="1" kern="1200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sz="6000" dirty="0"/>
              <a:t>THANK YOU !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255FE58-BA70-418C-863F-55066B667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7768756"/>
      </p:ext>
    </p:extLst>
  </p:cSld>
  <p:clrMapOvr>
    <a:masterClrMapping/>
  </p:clrMapOvr>
</p:sld>
</file>

<file path=ppt/theme/theme1.xml><?xml version="1.0" encoding="utf-8"?>
<a:theme xmlns:a="http://schemas.openxmlformats.org/drawingml/2006/main" name="Chủ đề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Chủ đề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43852BD84EE2440ABC538C71FD5CABC" ma:contentTypeVersion="0" ma:contentTypeDescription="Create a new document." ma:contentTypeScope="" ma:versionID="205c4a5d51e14dcf1717a67a352bff4d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b764bea3eb9b1a5be8fd57fac5fb459b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CA7086A7-149B-4CE0-AD87-0DA0C332B377}"/>
</file>

<file path=customXml/itemProps2.xml><?xml version="1.0" encoding="utf-8"?>
<ds:datastoreItem xmlns:ds="http://schemas.openxmlformats.org/officeDocument/2006/customXml" ds:itemID="{4E8FC255-1A7C-49C3-93F4-A95585AF74D7}"/>
</file>

<file path=customXml/itemProps3.xml><?xml version="1.0" encoding="utf-8"?>
<ds:datastoreItem xmlns:ds="http://schemas.openxmlformats.org/officeDocument/2006/customXml" ds:itemID="{4B3B5649-96EE-435D-9309-3550A52825F4}"/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231</Words>
  <Application>Microsoft Office PowerPoint</Application>
  <PresentationFormat>Màn hình rộng</PresentationFormat>
  <Paragraphs>37</Paragraphs>
  <Slides>6</Slides>
  <Notes>1</Notes>
  <HiddenSlides>0</HiddenSlides>
  <MMClips>0</MMClips>
  <ScaleCrop>false</ScaleCrop>
  <HeadingPairs>
    <vt:vector size="6" baseType="variant">
      <vt:variant>
        <vt:lpstr>Phông được Dùng</vt:lpstr>
      </vt:variant>
      <vt:variant>
        <vt:i4>6</vt:i4>
      </vt:variant>
      <vt:variant>
        <vt:lpstr>Chủ đề</vt:lpstr>
      </vt:variant>
      <vt:variant>
        <vt:i4>1</vt:i4>
      </vt:variant>
      <vt:variant>
        <vt:lpstr>Tiêu đề Bản chiếu</vt:lpstr>
      </vt:variant>
      <vt:variant>
        <vt:i4>6</vt:i4>
      </vt:variant>
    </vt:vector>
  </HeadingPairs>
  <TitlesOfParts>
    <vt:vector size="13" baseType="lpstr">
      <vt:lpstr>Aptos</vt:lpstr>
      <vt:lpstr>Aptos Display</vt:lpstr>
      <vt:lpstr>Arial</vt:lpstr>
      <vt:lpstr>Cambria Math</vt:lpstr>
      <vt:lpstr>Lato</vt:lpstr>
      <vt:lpstr>Times New Roman</vt:lpstr>
      <vt:lpstr>Chủ đề Office</vt:lpstr>
      <vt:lpstr>Bản trình bày PowerPoint</vt:lpstr>
      <vt:lpstr>Bản trình bày PowerPoint</vt:lpstr>
      <vt:lpstr>Disjoint segment</vt:lpstr>
      <vt:lpstr>Disjoint segment</vt:lpstr>
      <vt:lpstr>Disjoint segment</vt:lpstr>
      <vt:lpstr>Bản trình bày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Tran Duc Duy</dc:creator>
  <cp:lastModifiedBy>Tran Duc Duy</cp:lastModifiedBy>
  <cp:revision>1</cp:revision>
  <dcterms:created xsi:type="dcterms:W3CDTF">2025-09-17T03:18:09Z</dcterms:created>
  <dcterms:modified xsi:type="dcterms:W3CDTF">2025-09-17T03:21:59Z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0x010100F43852BD84EE2440ABC538C71FD5CABC</vt:lpwstr>
  </property>
</Properties>
</file>