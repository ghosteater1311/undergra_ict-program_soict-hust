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75" r:id="rId4"/>
    <p:sldId id="276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029D2AC-22B0-31A8-BD43-B32790A4D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D74E8569-E168-1A51-A000-7877AF22A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888AB93-BF59-3E67-5E8D-7BE69E09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63EF91C-469C-0375-7B12-BA0E1129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2FE6AD3B-351B-7174-7B04-5C6AA1B0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80E2C3-D09E-3EF2-BB0D-09620DB4A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969457D-9D70-1DE5-50E9-4A0DD4C23D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BA3F0B83-F879-3737-D954-492EF163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3BB797D-97B8-A739-38B5-9207B866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1F49563-F3CC-7CDC-63AE-8344138F9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6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41B92E8-897B-179E-A8CB-C1ECFD183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BBC8FF0-CBA9-659D-775E-F0A1A3F04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AEC5770-DC72-DF2D-020E-2648866FD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FB97F72-487B-A64A-1259-6108EF2F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457A90B-030F-4998-5F24-E789FEC28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3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0EF11BE-8A8E-6D7D-DF52-202FC814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A56F174-6BCD-D3FF-21DA-35C9AFA1D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F1A8D8B5-78F4-9E91-91FF-F1561836F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AD50317-6598-CCC2-D294-9BF4C287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7A2C3697-B3FF-F7FF-C1E0-B8D5606D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8BED908-4FC6-A88D-4268-3BFAAA8D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7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E399A7A-D800-DDAD-4921-4C1D2E54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87314A8-A3E7-BC05-B168-827D891B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A74EB46-E47A-B0BE-4C69-1C82D8C74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3764DF6-B066-2794-A34A-02BF424FF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D5C3D18A-0780-9237-FFC8-CD88AF773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007B0020-63C4-1F11-E88E-965AE7ED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7B401A07-2BC6-7545-294A-C5DBAFF63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07ADFAB1-7B14-CC5D-AF40-468CE30A4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38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F38E25B-24EB-5B7F-E004-7CD816B7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02C83539-000C-701C-EF6B-41823091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F64CAA99-5F4D-DE96-4CEF-27CC59511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D86DE912-BB85-B9FA-1ABC-81376CBD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6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55B40E82-BE8D-3C1D-4B9D-15A70593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8965CF90-C351-7F40-FBD4-A4EC6C87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EAC0884-D70D-C9BA-8B14-5C279883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5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2D043A7-6A48-351E-E961-7CEE1CFBB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DDBDD82-9553-B809-35DF-DDEE885E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7D6E4C8-9382-3B81-C164-C590A12E9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49E0CB2-2983-ACE3-7593-D356489B3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E41B24E-B1F2-F570-5991-0360154B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A8A600D2-0294-4A72-AEC9-BCDFA0FA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6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CA3DAF8-A7B8-C2D5-4380-E069F2974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ADF64A41-8269-B3CF-2E93-BBDC2352F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717CDF1-5071-2F97-4230-169E7F6E0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67BF668-F9E9-E621-9311-8E5730944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27FB022-1723-0A84-62B3-C00C69A50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275FD616-CAA0-2A60-2864-F9B29F6A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15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B9A2246-6210-685E-1A2F-CDFC1F9F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1FE32D6F-7203-C943-E0A6-C4BAE2757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55E5B44-74F4-74EF-A29F-208FAD74E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0F8C5C7-62F7-15AC-AD55-A8BC2F83F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E830EA8-3167-319C-47CE-98C32EF7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7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D6FD8466-C0FC-452F-E533-1EAC82F04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630B06DB-29E2-B363-88EC-17D6D7FF0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C7A789D-4CB5-DC4A-D687-1B7901D6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228852D-0DFE-EA84-C789-F8291002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C7E4F69-A643-5719-B2B0-48CD5832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5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0996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07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774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B6297E31-26DD-33D1-96F9-ADE4F4332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7EBB2F17-E73D-2A49-150E-0A717840D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D8AAB2B-08A6-7C24-6E54-F97CD2DFEF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B0A3B-5F9D-4EFC-887F-1C452A64EBD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DB09AB4-0B79-73A6-CC0C-0E2E384F4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773AF8A-1C3D-7CFB-1BC6-EC9C548A6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0E30AE-8C01-40D2-9F4A-73B4F489C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3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459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Warehouse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3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35CE-4CEA-DA3E-2443-F4D2AE8A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BA87-3CCB-BEBF-5E5F-E428A793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Warehouse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12B8C-7ABB-12A5-4743-30F5FBAFC83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nhà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:r>
                  <a:rPr lang="en-US" dirty="0" err="1"/>
                  <a:t>ở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endParaRPr lang="en-US" dirty="0"/>
              </a:p>
              <a:p>
                <a:pPr lvl="1"/>
                <a:r>
                  <a:rPr lang="en-US" dirty="0" err="1"/>
                  <a:t>Nhà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nằm tại vị trí</a:t>
                </a:r>
                <a14:m>
                  <m:oMath xmlns:m="http://schemas.openxmlformats.org/officeDocument/2006/math">
                    <m:r>
                      <a:rPr lang="vi-VN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thời</a:t>
                </a:r>
                <a:r>
                  <a:rPr lang="en-US" dirty="0"/>
                  <a:t> </a:t>
                </a:r>
                <a:r>
                  <a:rPr lang="en-US" dirty="0" err="1"/>
                  <a:t>gian</a:t>
                </a:r>
                <a:r>
                  <a:rPr lang="en-US" dirty="0"/>
                  <a:t> </a:t>
                </a:r>
                <a:r>
                  <a:rPr lang="en-US" dirty="0" err="1"/>
                  <a:t>lấy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rgbClr val="C00000"/>
                    </a:solidFill>
                  </a:rPr>
                  <a:t>Objective: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chiến</a:t>
                </a:r>
                <a:r>
                  <a:rPr lang="en-US" dirty="0"/>
                  <a:t> </a:t>
                </a:r>
                <a:r>
                  <a:rPr lang="en-US" dirty="0" err="1"/>
                  <a:t>lược</a:t>
                </a:r>
                <a:r>
                  <a:rPr lang="en-US" dirty="0"/>
                  <a:t> </a:t>
                </a:r>
                <a:r>
                  <a:rPr lang="en-US" dirty="0" err="1"/>
                  <a:t>lấy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(</a:t>
                </a:r>
                <a:r>
                  <a:rPr lang="en-US" dirty="0" err="1"/>
                  <a:t>chọn</a:t>
                </a:r>
                <a:r>
                  <a:rPr lang="en-US" dirty="0"/>
                  <a:t> 1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) </a:t>
                </a:r>
                <a:r>
                  <a:rPr lang="en-US" dirty="0" err="1"/>
                  <a:t>thoả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endParaRPr lang="en-US" dirty="0"/>
              </a:p>
              <a:p>
                <a:pPr lvl="1"/>
                <a:r>
                  <a:rPr lang="en-US" dirty="0"/>
                  <a:t>2 </a:t>
                </a:r>
                <a:r>
                  <a:rPr lang="en-US" dirty="0" err="1"/>
                  <a:t>nhà</a:t>
                </a:r>
                <a:r>
                  <a:rPr lang="en-US" dirty="0"/>
                  <a:t> </a:t>
                </a:r>
                <a:r>
                  <a:rPr lang="en-US" dirty="0" err="1"/>
                  <a:t>kho</a:t>
                </a:r>
                <a:r>
                  <a:rPr lang="en-US" dirty="0"/>
                  <a:t> </a:t>
                </a:r>
                <a:r>
                  <a:rPr lang="en-US" dirty="0" err="1"/>
                  <a:t>liên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r>
                  <a:rPr lang="en-US" dirty="0"/>
                  <a:t> </a:t>
                </a:r>
                <a:r>
                  <a:rPr lang="en-US" dirty="0" err="1"/>
                  <a:t>nhau</a:t>
                </a:r>
                <a:r>
                  <a:rPr lang="en-US" dirty="0"/>
                  <a:t>: khoảng cách </a:t>
                </a:r>
                <a14:m>
                  <m:oMath xmlns:m="http://schemas.openxmlformats.org/officeDocument/2006/math">
                    <m:r>
                      <a:rPr lang="vi-VN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lvl="1"/>
                <a:r>
                  <a:rPr lang="en-VN" dirty="0"/>
                  <a:t>tổng thời gian lấy hàng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vi-VN" dirty="0"/>
              </a:p>
              <a:p>
                <a:pPr lvl="1"/>
                <a:r>
                  <a:rPr lang="en-US" dirty="0" err="1">
                    <a:solidFill>
                      <a:srgbClr val="C00000"/>
                    </a:solidFill>
                  </a:rPr>
                  <a:t>tối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đa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hoá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lượng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hàng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 err="1">
                    <a:solidFill>
                      <a:srgbClr val="C00000"/>
                    </a:solidFill>
                  </a:rPr>
                  <a:t>lấy</a:t>
                </a:r>
                <a:r>
                  <a:rPr lang="en-US" dirty="0">
                    <a:solidFill>
                      <a:srgbClr val="C00000"/>
                    </a:solidFill>
                  </a:rPr>
                  <a:t> được</a:t>
                </a:r>
              </a:p>
              <a:p>
                <a:r>
                  <a:rPr lang="en-US" dirty="0"/>
                  <a:t>Output: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được</a:t>
                </a:r>
              </a:p>
              <a:p>
                <a:r>
                  <a:rPr lang="en-US" dirty="0"/>
                  <a:t>Example: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				</a:t>
                </a:r>
                <a:r>
                  <a:rPr lang="en-US" sz="2400" dirty="0"/>
                  <a:t>explain: T = 6, D = 2</a:t>
                </a:r>
              </a:p>
              <a:p>
                <a:pPr marL="0" indent="0">
                  <a:buNone/>
                </a:pPr>
                <a:r>
                  <a:rPr lang="en-US" sz="2400" dirty="0"/>
                  <a:t>							pick: 6-8-10	</a:t>
                </a: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112B8C-7ABB-12A5-4743-30F5FBAFC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953" t="-3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CED0C-0138-9D06-E1BF-C6BE5294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 descr="A close-up of numbers&#10;&#10;AI-generated content may be incorrect.">
            <a:extLst>
              <a:ext uri="{FF2B5EF4-FFF2-40B4-BE49-F238E27FC236}">
                <a16:creationId xmlns:a16="http://schemas.microsoft.com/office/drawing/2014/main" id="{6B1C392F-7A36-F197-14FC-6745BB97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287" y="4435914"/>
            <a:ext cx="2519023" cy="1668444"/>
          </a:xfrm>
          <a:prstGeom prst="rect">
            <a:avLst/>
          </a:prstGeom>
        </p:spPr>
      </p:pic>
      <p:pic>
        <p:nvPicPr>
          <p:cNvPr id="10" name="Picture 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4F9DAD-E745-DA1D-8D18-93CA99A6EE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310" y="4435914"/>
            <a:ext cx="2027126" cy="114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78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3D6E-154A-FD1B-9194-0B88DF6D8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824AD-ACBE-7A74-7D02-8323D098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62C71-C82D-0863-6668-3B165697DF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Idea to solve: dynamic programming</a:t>
            </a:r>
          </a:p>
          <a:p>
            <a:pPr lvl="1"/>
            <a:r>
              <a:rPr lang="vi-VN" sz="2800" b="0" i="0" u="none" strike="noStrike" cap="none" dirty="0">
                <a:solidFill>
                  <a:srgbClr val="000000"/>
                </a:solidFill>
                <a:sym typeface="Arial"/>
              </a:rPr>
              <a:t>Gọi f[i][k] là số lượng hàng lớn nhất có thể lấy được nếu chỉ xét những nhà kho từ 1 -&gt; i – 1, lấy nhà kho thứ i và thời gian lấy hàng không vượt quá k.</a:t>
            </a:r>
            <a:endParaRPr lang="vi-VN" b="0" i="0" u="none" strike="noStrike" cap="none" dirty="0">
              <a:solidFill>
                <a:srgbClr val="000000"/>
              </a:solidFill>
              <a:sym typeface="Arial"/>
            </a:endParaRPr>
          </a:p>
          <a:p>
            <a:pPr lvl="1"/>
            <a:r>
              <a:rPr lang="vi-VN" sz="2800" b="0" i="0" u="none" strike="noStrike" cap="none" dirty="0">
                <a:solidFill>
                  <a:srgbClr val="000000"/>
                </a:solidFill>
                <a:sym typeface="Arial"/>
              </a:rPr>
              <a:t>Công thức:</a:t>
            </a:r>
            <a:endParaRPr lang="vi-VN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vi-VN" sz="2800" b="0" i="0" u="none" strike="noStrike" cap="none" dirty="0">
                <a:solidFill>
                  <a:srgbClr val="000000"/>
                </a:solidFill>
                <a:sym typeface="Arial"/>
              </a:rPr>
              <a:t>	If k &lt; t[i] : f[i][k] = 0;</a:t>
            </a:r>
            <a:endParaRPr lang="vi-VN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vi-VN" sz="2800" b="0" i="0" u="none" strike="noStrike" cap="none" dirty="0">
                <a:solidFill>
                  <a:srgbClr val="000000"/>
                </a:solidFill>
                <a:sym typeface="Arial"/>
              </a:rPr>
              <a:t>	If k &gt;= t[i]: f[i][k] = max(f[j][k – t[i]] + a[i]), j = i – D -&gt; i – 1;</a:t>
            </a:r>
            <a:endParaRPr lang="vi-VN" dirty="0"/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vi-VN" sz="2800" dirty="0">
                <a:solidFill>
                  <a:srgbClr val="000000"/>
                </a:solidFill>
                <a:sym typeface="Arial"/>
              </a:rPr>
              <a:t>Kết quả:</a:t>
            </a:r>
            <a:endParaRPr lang="vi-VN" sz="2800" dirty="0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vi-VN" sz="2800" b="0" i="0" u="none" strike="noStrike" cap="none" dirty="0">
                <a:solidFill>
                  <a:srgbClr val="000000"/>
                </a:solidFill>
                <a:sym typeface="Arial"/>
              </a:rPr>
              <a:t>max(f[i][k]), i = 1 -&gt; n, k = 1 -&gt; T;</a:t>
            </a:r>
            <a:endParaRPr lang="vi-VN" dirty="0"/>
          </a:p>
          <a:p>
            <a:pPr lvl="1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000"/>
            </a:pPr>
            <a:r>
              <a:rPr lang="vi-VN" sz="2800" dirty="0">
                <a:sym typeface="Arial"/>
              </a:rPr>
              <a:t>Độ phức tạp:</a:t>
            </a:r>
            <a:endParaRPr lang="vi-VN" sz="2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vi-VN" sz="2800" b="0" i="0" u="none" strike="noStrike" cap="none" dirty="0">
                <a:solidFill>
                  <a:srgbClr val="000000"/>
                </a:solidFill>
                <a:sym typeface="Arial"/>
              </a:rPr>
              <a:t>				O(n * T * D).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C9168-70FE-4215-A4E3-BE928A838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60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1942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258DBC-08A8-4F73-AD72-9B4C49F830A0}"/>
</file>

<file path=customXml/itemProps2.xml><?xml version="1.0" encoding="utf-8"?>
<ds:datastoreItem xmlns:ds="http://schemas.openxmlformats.org/officeDocument/2006/customXml" ds:itemID="{9571A3CA-DF96-4E8E-B4FC-7BAD5352FFC3}"/>
</file>

<file path=customXml/itemProps3.xml><?xml version="1.0" encoding="utf-8"?>
<ds:datastoreItem xmlns:ds="http://schemas.openxmlformats.org/officeDocument/2006/customXml" ds:itemID="{E210D836-C718-4E26-8C96-8132D359C324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272</Words>
  <Application>Microsoft Office PowerPoint</Application>
  <PresentationFormat>Màn hình rộng</PresentationFormat>
  <Paragraphs>29</Paragraphs>
  <Slides>5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Lato</vt:lpstr>
      <vt:lpstr>Times New Roman</vt:lpstr>
      <vt:lpstr>Chủ đề Office</vt:lpstr>
      <vt:lpstr>Bản trình bày PowerPoint</vt:lpstr>
      <vt:lpstr>Bản trình bày PowerPoint</vt:lpstr>
      <vt:lpstr>Warehouse</vt:lpstr>
      <vt:lpstr>Warehouse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3</cp:revision>
  <dcterms:created xsi:type="dcterms:W3CDTF">2025-09-17T03:46:07Z</dcterms:created>
  <dcterms:modified xsi:type="dcterms:W3CDTF">2025-09-17T03:55:52Z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