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320" r:id="rId4"/>
    <p:sldId id="321" r:id="rId5"/>
    <p:sldId id="322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DD51B03-F944-9283-EA0E-136E7E9FC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14D3FCA-10F5-D841-D0D5-BE9E9C408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986636E-577E-7AE3-71FA-3CADC590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602BED6-CC19-B6FF-91D2-2B5F6B333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B38E822-E1E7-07DC-8A54-DB71ACC8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17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1625BF0-83CF-EA76-FC93-B3C9EA06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955F25A-D702-D8CC-91BF-B5E0E3F00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20AFA569-C22B-45E4-6541-BB380902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3B1CE86-3CBF-61B9-9CBD-CACE5B90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E99A50F-6E7B-622F-E07E-E8E10D88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B7E5E6-37A8-F4F6-910F-84E0E36AA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EDE60B4B-2B6F-E9D8-4B45-6B1BC90D0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8CEC79B-56EF-CFE4-3E25-7EC6BB0B2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BEF7F71-A0C7-8AC9-15D4-946814E4D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2A49B61-DE24-B607-3DB9-370EDDC37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56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C2BE7D6-D783-FA67-7264-0199D49E0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D584B77-7B6C-A868-F92E-09DAD1BE9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5201D6E0-A3D2-A40F-89C0-90F3E371A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6B9F7255-D6B8-C049-EF54-4A803BC4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42C9478E-E3E7-CE15-8307-45E692996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97F0060-6CF0-BC9E-924A-23B7ADB4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2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A33838C-9254-E1BA-3F09-23EF14AD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0D44F19-A77A-9BE5-5C0D-5E7C0F308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080E3891-D7E5-EA6C-9B1D-5E5A1B36D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AF9D9754-3845-F931-C7ED-E4EC9A2B9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70988AB4-C9CD-1A2B-FE24-3D07AB034E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27AFC2D3-55A0-693A-1129-33B4932E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8784D58C-44DA-52E7-63B8-F56E3F45A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4BB7CA7A-C1AC-E697-3A2D-2EB34EA74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12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389DDBA-B3B1-0378-5B64-5A5187783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2497EFBD-DB44-FB9F-05AF-E55306E8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55E5525F-97F4-7326-1C2C-2F945435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84DCB1D8-D43F-ED04-0A45-94F98013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6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9E011733-06AB-57B1-61AE-9C184E14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64BD6558-DA9E-74DA-7D60-39DDB9B7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7EA3216-7E26-CC95-221F-426A49DC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2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F91AEB8-1623-5F47-8FBA-EB99C7D98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8950611-2CDE-4F8F-26A6-B43B38669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B9C6B69D-259D-B7FF-5260-CEC8362F2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2F8E249-2935-7DFF-3481-66D779F2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AA64D014-C124-9919-F907-1A1636F2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E9C93B2-12AB-A420-B496-E3937D48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6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29C5D35-33D8-C48B-CAFC-4F0A9CC3C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25A0A4B-72A8-070C-5921-6704E45F34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39E8920-BBCB-A353-E314-423801E2E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0B343CB-5428-557D-A48D-DCB30155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F51CDD0-5BC4-D60B-B220-9F142899A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D81D907-B135-DD44-4961-0938ABEB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44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0710184-CD10-32FC-12C0-D7AE2FCA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38275F92-D75F-526C-6B8E-00C25A57D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78AB7A4-96EC-19D4-82B6-4BA4C4AF7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66BF2BC-903D-8954-E9EA-E04A6B06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E4E9B6C-3C6A-F74D-371D-351C9AAE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32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E18D5B4D-BE61-7B89-5F5C-EB917A9EF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6333C0D2-B86D-F008-EB11-A7FA60385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5A984CF-7749-7290-EBE5-71943B969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A273CD3-EC0B-5C0C-1CA4-944FBA0EC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3BD9532-C882-0AF6-3F58-84048C45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36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604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228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17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472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93C0B481-2372-B61C-5A36-8E8F1C797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15EF9F09-124A-F4AC-A877-22CDE855B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D8169C7-F4F7-1449-9BBE-DC7AAD04F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A5004FF-56C3-031E-AB0E-1CF8D061B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A48452C-A12C-070E-3621-BC7813D23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87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294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Bus inter-city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3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33C4F-AF1A-2697-93B2-E5FF7B071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5D648-B2DE-3E76-8409-5713FF252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Bus inter-city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0898A-B29C-1993-5E5A-81E21EE1F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>
                <a:sym typeface="Arial"/>
              </a:rPr>
              <a:t>Có</a:t>
            </a:r>
            <a:r>
              <a:rPr lang="en-US" dirty="0">
                <a:sym typeface="Arial"/>
              </a:rPr>
              <a:t> n </a:t>
            </a:r>
            <a:r>
              <a:rPr lang="en-US" dirty="0" err="1">
                <a:sym typeface="Arial"/>
              </a:rPr>
              <a:t>thành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phố</a:t>
            </a:r>
            <a:r>
              <a:rPr lang="en-US" dirty="0">
                <a:sym typeface="Arial"/>
              </a:rPr>
              <a:t>: 1, 2,…, n. </a:t>
            </a:r>
          </a:p>
          <a:p>
            <a:pPr lvl="1"/>
            <a:r>
              <a:rPr lang="en-US" dirty="0" err="1">
                <a:sym typeface="Arial"/>
              </a:rPr>
              <a:t>Giữ</a:t>
            </a:r>
            <a:r>
              <a:rPr lang="en-US" dirty="0">
                <a:sym typeface="Arial"/>
              </a:rPr>
              <a:t> 2 </a:t>
            </a:r>
            <a:r>
              <a:rPr lang="en-US" dirty="0" err="1">
                <a:sym typeface="Arial"/>
              </a:rPr>
              <a:t>thành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phố</a:t>
            </a:r>
            <a:r>
              <a:rPr lang="en-US" dirty="0">
                <a:sym typeface="Arial"/>
              </a:rPr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1 </a:t>
            </a:r>
            <a:r>
              <a:rPr lang="en-US" b="1" dirty="0" err="1"/>
              <a:t>đường</a:t>
            </a:r>
            <a:r>
              <a:rPr lang="en-US" b="1" dirty="0"/>
              <a:t> </a:t>
            </a:r>
            <a:r>
              <a:rPr lang="en-US" b="1" dirty="0" err="1"/>
              <a:t>đi</a:t>
            </a:r>
            <a:r>
              <a:rPr lang="en-US" b="1" dirty="0"/>
              <a:t> 2 </a:t>
            </a:r>
            <a:r>
              <a:rPr lang="en-US" b="1" dirty="0" err="1"/>
              <a:t>chiều</a:t>
            </a:r>
            <a:r>
              <a:rPr lang="en-US" b="1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.	</a:t>
            </a:r>
          </a:p>
          <a:p>
            <a:pPr lvl="1"/>
            <a:r>
              <a:rPr lang="en-US" dirty="0"/>
              <a:t>Thành </a:t>
            </a:r>
            <a:r>
              <a:rPr lang="en-US" dirty="0" err="1"/>
              <a:t>phố</a:t>
            </a:r>
            <a:r>
              <a:rPr lang="en-US" dirty="0"/>
              <a:t> </a:t>
            </a:r>
            <a:r>
              <a:rPr lang="en-US" b="1" dirty="0" err="1"/>
              <a:t>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b="1" dirty="0"/>
              <a:t>bus </a:t>
            </a:r>
            <a:r>
              <a:rPr lang="en-US" b="1" dirty="0" err="1"/>
              <a:t>để</a:t>
            </a:r>
            <a:r>
              <a:rPr lang="en-US" b="1" dirty="0"/>
              <a:t> </a:t>
            </a:r>
            <a:r>
              <a:rPr lang="en-US" b="1" dirty="0" err="1"/>
              <a:t>đến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thành</a:t>
            </a:r>
            <a:r>
              <a:rPr lang="en-US" b="1" dirty="0"/>
              <a:t> </a:t>
            </a:r>
            <a:r>
              <a:rPr lang="en-US" b="1" dirty="0" err="1"/>
              <a:t>phố</a:t>
            </a:r>
            <a:r>
              <a:rPr lang="en-US" b="1" dirty="0"/>
              <a:t> </a:t>
            </a:r>
            <a:r>
              <a:rPr lang="en-US" b="1" dirty="0" err="1"/>
              <a:t>lân</a:t>
            </a:r>
            <a:r>
              <a:rPr lang="en-US" b="1" dirty="0"/>
              <a:t> </a:t>
            </a:r>
            <a:r>
              <a:rPr lang="en-US" b="1" dirty="0" err="1"/>
              <a:t>cận</a:t>
            </a:r>
            <a:r>
              <a:rPr lang="en-US" dirty="0"/>
              <a:t>:</a:t>
            </a:r>
          </a:p>
          <a:p>
            <a:pPr lvl="2"/>
            <a:r>
              <a:rPr lang="en-US" sz="2400" b="1" dirty="0"/>
              <a:t>C[</a:t>
            </a:r>
            <a:r>
              <a:rPr lang="en-US" sz="2400" b="1" dirty="0" err="1"/>
              <a:t>i</a:t>
            </a:r>
            <a:r>
              <a:rPr lang="en-US" sz="2400" b="1" dirty="0"/>
              <a:t>]</a:t>
            </a:r>
            <a:r>
              <a:rPr lang="en-US" sz="2400" dirty="0"/>
              <a:t>: Chi </a:t>
            </a:r>
            <a:r>
              <a:rPr lang="en-US" sz="2400" dirty="0" err="1"/>
              <a:t>phí</a:t>
            </a:r>
            <a:r>
              <a:rPr lang="en-US" sz="2400" dirty="0"/>
              <a:t> </a:t>
            </a:r>
            <a:r>
              <a:rPr lang="en-US" sz="2400" dirty="0" err="1"/>
              <a:t>trả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lên</a:t>
            </a:r>
            <a:r>
              <a:rPr lang="en-US" sz="2400" dirty="0"/>
              <a:t> </a:t>
            </a:r>
            <a:r>
              <a:rPr lang="en-US" sz="2400" dirty="0" err="1"/>
              <a:t>xe</a:t>
            </a:r>
            <a:r>
              <a:rPr lang="en-US" sz="2400" dirty="0"/>
              <a:t> bus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phố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.</a:t>
            </a:r>
          </a:p>
          <a:p>
            <a:pPr lvl="2"/>
            <a:r>
              <a:rPr lang="en-US" sz="2400" b="1" dirty="0"/>
              <a:t>D[</a:t>
            </a:r>
            <a:r>
              <a:rPr lang="en-US" sz="2400" b="1" dirty="0" err="1"/>
              <a:t>i</a:t>
            </a:r>
            <a:r>
              <a:rPr lang="en-US" sz="2400" b="1" dirty="0"/>
              <a:t>]</a:t>
            </a:r>
            <a:r>
              <a:rPr lang="en-US" sz="2400" dirty="0"/>
              <a:t>: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phố</a:t>
            </a:r>
            <a:r>
              <a:rPr lang="en-US" sz="2400" dirty="0"/>
              <a:t> </a:t>
            </a:r>
            <a:r>
              <a:rPr lang="en-US" sz="2400" dirty="0" err="1"/>
              <a:t>tối</a:t>
            </a:r>
            <a:r>
              <a:rPr lang="en-US" sz="2400" dirty="0"/>
              <a:t> </a:t>
            </a:r>
            <a:r>
              <a:rPr lang="en-US" sz="2400" dirty="0" err="1"/>
              <a:t>đa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đi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tuyến</a:t>
            </a:r>
            <a:r>
              <a:rPr lang="en-US" sz="2400" dirty="0"/>
              <a:t> </a:t>
            </a:r>
            <a:r>
              <a:rPr lang="en-US" sz="2400" dirty="0" err="1"/>
              <a:t>xe</a:t>
            </a:r>
            <a:r>
              <a:rPr lang="en-US" sz="2400" dirty="0"/>
              <a:t> </a:t>
            </a:r>
            <a:r>
              <a:rPr lang="en-US" sz="2400" dirty="0" err="1"/>
              <a:t>này</a:t>
            </a:r>
            <a:r>
              <a:rPr lang="en-US" sz="2400" dirty="0"/>
              <a:t>.</a:t>
            </a:r>
            <a:endParaRPr lang="en-US" sz="2400" dirty="0">
              <a:sym typeface="Arial"/>
            </a:endParaRPr>
          </a:p>
          <a:p>
            <a:r>
              <a:rPr lang="en-US" b="1" dirty="0">
                <a:solidFill>
                  <a:srgbClr val="C00000"/>
                </a:solidFill>
              </a:rPr>
              <a:t>Objective: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tp</a:t>
            </a:r>
            <a:r>
              <a:rPr lang="en-US" dirty="0"/>
              <a:t> 1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tp</a:t>
            </a:r>
            <a:r>
              <a:rPr lang="en-US" dirty="0"/>
              <a:t> n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.</a:t>
            </a:r>
          </a:p>
          <a:p>
            <a:r>
              <a:rPr lang="en-US" sz="2800" b="1" dirty="0">
                <a:solidFill>
                  <a:srgbClr val="C00000"/>
                </a:solidFill>
                <a:sym typeface="Arial"/>
              </a:rPr>
              <a:t>Input</a:t>
            </a:r>
            <a:r>
              <a:rPr lang="en-US" b="1" dirty="0">
                <a:solidFill>
                  <a:srgbClr val="C00000"/>
                </a:solidFill>
                <a:sym typeface="Arial"/>
              </a:rPr>
              <a:t>: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n, m (#roads), {C(1), D(1)},..., {C(n), D(n)},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2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phố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Output: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được</a:t>
            </a:r>
            <a:endParaRPr lang="en-US" sz="2800" dirty="0"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7A65A-9CC5-3D37-37AD-4C01C781A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18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B82AF-9488-18AF-4004-64EDF1D8C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AA838-CBEC-76C8-9D6C-5EDE814A0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Bus inter-city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194E4-27E7-ECF5-CFE0-BA47975C18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ym typeface="Arial"/>
              </a:rPr>
              <a:t>Example</a:t>
            </a:r>
            <a:endParaRPr lang="en-US" sz="2800" dirty="0"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99201-175F-6D9E-A90D-9B761E59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2861E1-676F-7FB5-5B7A-A75EE0B22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302" y="1375062"/>
            <a:ext cx="7772400" cy="445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27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FB896-0F50-D0BB-E43C-D234B3F86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45E4E-59E1-79A2-F633-A7CC6F628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Bus inter-city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C362CF6-8966-8B96-62E6-AE54AB0C974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 err="1">
                    <a:sym typeface="Arial"/>
                  </a:rPr>
                  <a:t>Ý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>
                    <a:sym typeface="Arial"/>
                  </a:rPr>
                  <a:t>tưởng: </a:t>
                </a:r>
                <a:r>
                  <a:rPr lang="en-US" dirty="0">
                    <a:sym typeface="Arial"/>
                  </a:rPr>
                  <a:t>Dijkstra algorithm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thành</a:t>
                </a:r>
                <a:r>
                  <a:rPr lang="en-US" dirty="0"/>
                  <a:t> </a:t>
                </a:r>
                <a:r>
                  <a:rPr lang="en-US" dirty="0" err="1"/>
                  <a:t>phố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 qua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u-&gt;v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mỗi</a:t>
                </a:r>
                <a:r>
                  <a:rPr lang="en-US" dirty="0"/>
                  <a:t> </a:t>
                </a:r>
                <a:r>
                  <a:rPr lang="en-US" dirty="0" err="1"/>
                  <a:t>cặp</a:t>
                </a:r>
                <a:r>
                  <a:rPr lang="en-US" dirty="0"/>
                  <a:t> </a:t>
                </a:r>
                <a:r>
                  <a:rPr lang="en-US" dirty="0" err="1"/>
                  <a:t>thành</a:t>
                </a:r>
                <a:r>
                  <a:rPr lang="en-US" dirty="0"/>
                  <a:t> </a:t>
                </a:r>
                <a:r>
                  <a:rPr lang="en-US" dirty="0" err="1"/>
                  <a:t>phố</a:t>
                </a:r>
                <a:r>
                  <a:rPr lang="en-US" dirty="0"/>
                  <a:t> (</a:t>
                </a:r>
                <a:r>
                  <a:rPr lang="en-US" dirty="0" err="1"/>
                  <a:t>u,v</a:t>
                </a:r>
                <a:r>
                  <a:rPr lang="en-US" dirty="0"/>
                  <a:t>)</a:t>
                </a:r>
                <a:endParaRPr lang="en-US" dirty="0">
                  <a:sym typeface="Arial"/>
                </a:endParaRPr>
              </a:p>
              <a:p>
                <a:pPr lvl="2"/>
                <a:r>
                  <a:rPr lang="en-US" sz="2400" dirty="0" err="1">
                    <a:sym typeface="Arial"/>
                  </a:rPr>
                  <a:t>Sử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dụng</a:t>
                </a:r>
                <a:r>
                  <a:rPr lang="en-US" sz="2400" dirty="0">
                    <a:sym typeface="Arial"/>
                  </a:rPr>
                  <a:t> BFS(u) </a:t>
                </a:r>
                <a:r>
                  <a:rPr lang="en-US" sz="2400" dirty="0" err="1">
                    <a:sym typeface="Arial"/>
                  </a:rPr>
                  <a:t>với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mọi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đỉnh</a:t>
                </a:r>
                <a:r>
                  <a:rPr lang="en-US" sz="2400" dirty="0">
                    <a:sym typeface="Arial"/>
                  </a:rPr>
                  <a:t> u </a:t>
                </a:r>
                <a:r>
                  <a:rPr lang="en-US" sz="2400" dirty="0" err="1">
                    <a:sym typeface="Arial"/>
                  </a:rPr>
                  <a:t>để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đếm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số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thành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phố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từ</a:t>
                </a:r>
                <a:r>
                  <a:rPr lang="en-US" sz="2400" dirty="0">
                    <a:sym typeface="Arial"/>
                  </a:rPr>
                  <a:t> u </a:t>
                </a:r>
                <a:r>
                  <a:rPr lang="en-US" sz="2400" dirty="0" err="1">
                    <a:sym typeface="Arial"/>
                  </a:rPr>
                  <a:t>đến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các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đỉnh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khác</a:t>
                </a:r>
                <a:r>
                  <a:rPr lang="en-US" sz="2400" dirty="0">
                    <a:sym typeface="Arial"/>
                  </a:rPr>
                  <a:t>, </a:t>
                </a:r>
                <a:r>
                  <a:rPr lang="en-US" sz="2400" dirty="0" err="1">
                    <a:sym typeface="Arial"/>
                  </a:rPr>
                  <a:t>lưu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giá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trị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vào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biến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phụ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trợ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dist</a:t>
                </a:r>
                <a:r>
                  <a:rPr lang="en-US" sz="2400" dirty="0">
                    <a:sym typeface="Arial"/>
                  </a:rPr>
                  <a:t>[u][1..N] (</a:t>
                </a:r>
                <a:r>
                  <a:rPr lang="en-US" sz="2400" dirty="0" err="1">
                    <a:sym typeface="Arial"/>
                  </a:rPr>
                  <a:t>khởi</a:t>
                </a:r>
                <a:r>
                  <a:rPr lang="en-US" sz="2400" dirty="0">
                    <a:sym typeface="Arial"/>
                  </a:rPr>
                  <a:t> </a:t>
                </a:r>
                <a:r>
                  <a:rPr lang="en-US" sz="2400" dirty="0" err="1">
                    <a:sym typeface="Arial"/>
                  </a:rPr>
                  <a:t>tạo</a:t>
                </a:r>
                <a:r>
                  <a:rPr lang="en-US" sz="2400" dirty="0">
                    <a:sym typeface="Arial"/>
                  </a:rPr>
                  <a:t> = INF)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vi-VN" dirty="0"/>
                  <a:t>Áp dụng thuật toán Dijkstra tìm đường đi ngắn nhất từ đỉnh 1 đến đỉnh n</a:t>
                </a:r>
              </a:p>
              <a:p>
                <a:pPr lvl="2"/>
                <a:r>
                  <a:rPr lang="vi-VN" sz="2400" dirty="0"/>
                  <a:t>Cạnh có hướng (u,v), có trọng số là C[u] nếu </a:t>
                </a:r>
                <a:r>
                  <a:rPr lang="en-US" sz="2400" dirty="0" err="1">
                    <a:sym typeface="Arial"/>
                  </a:rPr>
                  <a:t>dist</a:t>
                </a:r>
                <a:r>
                  <a:rPr lang="en-US" sz="2400" dirty="0">
                    <a:sym typeface="Arial"/>
                  </a:rPr>
                  <a:t>[u][v] 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</m:oMath>
                </a14:m>
                <a:r>
                  <a:rPr lang="en-US" sz="2400" dirty="0">
                    <a:sym typeface="Arial"/>
                  </a:rPr>
                  <a:t> D[u]</a:t>
                </a:r>
                <a:endParaRPr lang="vi-VN" sz="2400" dirty="0"/>
              </a:p>
              <a:p>
                <a:pPr lvl="1"/>
                <a:endParaRPr lang="en-US" dirty="0">
                  <a:sym typeface="Arial"/>
                </a:endParaRPr>
              </a:p>
              <a:p>
                <a:pPr lvl="1"/>
                <a:endParaRPr lang="en-US" dirty="0">
                  <a:sym typeface="Arial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C362CF6-8966-8B96-62E6-AE54AB0C9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81" t="-2308" r="-55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505B1-0F29-A4A9-D42D-FB7B627C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58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39229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8858D51-9F26-4FCE-B9CF-B90BD05788C1}"/>
</file>

<file path=customXml/itemProps2.xml><?xml version="1.0" encoding="utf-8"?>
<ds:datastoreItem xmlns:ds="http://schemas.openxmlformats.org/officeDocument/2006/customXml" ds:itemID="{854300A2-353C-456A-8AEE-2E3E020D1077}"/>
</file>

<file path=customXml/itemProps3.xml><?xml version="1.0" encoding="utf-8"?>
<ds:datastoreItem xmlns:ds="http://schemas.openxmlformats.org/officeDocument/2006/customXml" ds:itemID="{A51F390B-8ED4-40B1-96DD-97ECC082D71E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271</Words>
  <Application>Microsoft Office PowerPoint</Application>
  <PresentationFormat>Màn hình rộng</PresentationFormat>
  <Paragraphs>25</Paragraphs>
  <Slides>6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Bus inter-city</vt:lpstr>
      <vt:lpstr>Bus inter-city</vt:lpstr>
      <vt:lpstr>Bus inter-city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4</cp:revision>
  <dcterms:created xsi:type="dcterms:W3CDTF">2025-09-17T03:58:01Z</dcterms:created>
  <dcterms:modified xsi:type="dcterms:W3CDTF">2025-09-17T04:13:19Z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