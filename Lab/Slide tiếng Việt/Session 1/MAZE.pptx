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9" r:id="rId2"/>
    <p:sldId id="257" r:id="rId3"/>
    <p:sldId id="267" r:id="rId4"/>
    <p:sldId id="274" r:id="rId5"/>
    <p:sldId id="275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117" autoAdjust="0"/>
    <p:restoredTop sz="94660"/>
  </p:normalViewPr>
  <p:slideViewPr>
    <p:cSldViewPr snapToGrid="0">
      <p:cViewPr>
        <p:scale>
          <a:sx n="40" d="100"/>
          <a:sy n="40" d="100"/>
        </p:scale>
        <p:origin x="264" y="1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TTUD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MAZE</a:t>
            </a:r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9456B-FA05-C19B-1DCF-B44B19060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4C0F0-B926-19EB-DADD-8A1C2696B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MAZE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317B8-E0B2-079F-749C-BE33BF7010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khỏi</a:t>
            </a:r>
            <a:r>
              <a:rPr lang="en-US" dirty="0"/>
              <a:t> </a:t>
            </a:r>
            <a:r>
              <a:rPr lang="en-US" dirty="0" err="1"/>
              <a:t>mê</a:t>
            </a:r>
            <a:r>
              <a:rPr lang="en-US" dirty="0"/>
              <a:t> </a:t>
            </a:r>
            <a:r>
              <a:rPr lang="en-US" dirty="0" err="1"/>
              <a:t>cung</a:t>
            </a:r>
            <a:endParaRPr lang="en-US" dirty="0"/>
          </a:p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mê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chữ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được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ma </a:t>
            </a:r>
            <a:r>
              <a:rPr lang="en-US" dirty="0" err="1"/>
              <a:t>trận</a:t>
            </a:r>
            <a:r>
              <a:rPr lang="en-US" dirty="0"/>
              <a:t> 0-1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thược</a:t>
            </a:r>
            <a:r>
              <a:rPr lang="en-US" dirty="0"/>
              <a:t> </a:t>
            </a:r>
            <a:r>
              <a:rPr lang="en-US" dirty="0" err="1"/>
              <a:t>NxM</a:t>
            </a:r>
            <a:r>
              <a:rPr lang="en-US" dirty="0"/>
              <a:t> 	A[</a:t>
            </a:r>
            <a:r>
              <a:rPr lang="en-US" dirty="0" err="1"/>
              <a:t>i,j</a:t>
            </a:r>
            <a:r>
              <a:rPr lang="en-US" dirty="0"/>
              <a:t>] = 1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ô</a:t>
            </a:r>
            <a:r>
              <a:rPr lang="en-US" dirty="0"/>
              <a:t> (</a:t>
            </a:r>
            <a:r>
              <a:rPr lang="en-US" dirty="0" err="1"/>
              <a:t>i,j</a:t>
            </a:r>
            <a:r>
              <a:rPr lang="en-US" dirty="0"/>
              <a:t>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tường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được, </a:t>
            </a:r>
            <a:r>
              <a:rPr lang="en-US" dirty="0" err="1"/>
              <a:t>và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A[</a:t>
            </a:r>
            <a:r>
              <a:rPr lang="en-US" dirty="0" err="1"/>
              <a:t>i,j</a:t>
            </a:r>
            <a:r>
              <a:rPr lang="en-US" dirty="0"/>
              <a:t>] = 0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ô</a:t>
            </a:r>
            <a:r>
              <a:rPr lang="en-US" dirty="0"/>
              <a:t> (</a:t>
            </a:r>
            <a:r>
              <a:rPr lang="en-US" dirty="0" err="1"/>
              <a:t>i,j</a:t>
            </a:r>
            <a:r>
              <a:rPr lang="en-US" dirty="0"/>
              <a:t>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ô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,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được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Từ</a:t>
            </a:r>
            <a:r>
              <a:rPr lang="en-US" dirty="0"/>
              <a:t> 1 </a:t>
            </a:r>
            <a:r>
              <a:rPr lang="en-US" dirty="0" err="1"/>
              <a:t>ô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di </a:t>
            </a:r>
            <a:r>
              <a:rPr lang="en-US" dirty="0" err="1"/>
              <a:t>chuyển</a:t>
            </a:r>
            <a:r>
              <a:rPr lang="en-US" dirty="0"/>
              <a:t> qua 1 </a:t>
            </a:r>
            <a:r>
              <a:rPr lang="en-US" dirty="0" err="1"/>
              <a:t>trong</a:t>
            </a:r>
            <a:r>
              <a:rPr lang="en-US" dirty="0"/>
              <a:t> 4 </a:t>
            </a:r>
            <a:r>
              <a:rPr lang="en-US" dirty="0" err="1"/>
              <a:t>ô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ô</a:t>
            </a:r>
            <a:r>
              <a:rPr lang="en-US" dirty="0"/>
              <a:t> </a:t>
            </a:r>
            <a:r>
              <a:rPr lang="en-US" dirty="0" err="1"/>
              <a:t>đấy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ô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thoát</a:t>
            </a:r>
            <a:r>
              <a:rPr lang="en-US" dirty="0"/>
              <a:t> </a:t>
            </a:r>
            <a:r>
              <a:rPr lang="en-US" dirty="0" err="1"/>
              <a:t>khỏi</a:t>
            </a:r>
            <a:r>
              <a:rPr lang="en-US" dirty="0"/>
              <a:t> </a:t>
            </a:r>
            <a:r>
              <a:rPr lang="en-US" dirty="0" err="1"/>
              <a:t>mê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.</a:t>
            </a:r>
          </a:p>
          <a:p>
            <a:r>
              <a:rPr lang="en-US" dirty="0"/>
              <a:t>Input: ma </a:t>
            </a:r>
            <a:r>
              <a:rPr lang="en-US" dirty="0" err="1"/>
              <a:t>trận</a:t>
            </a:r>
            <a:r>
              <a:rPr lang="en-US" dirty="0"/>
              <a:t> 0-1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ô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.</a:t>
            </a:r>
          </a:p>
          <a:p>
            <a:r>
              <a:rPr lang="en-US" dirty="0"/>
              <a:t>Output: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in </a:t>
            </a:r>
            <a:r>
              <a:rPr lang="en-US" dirty="0" err="1"/>
              <a:t>ra</a:t>
            </a:r>
            <a:r>
              <a:rPr lang="en-US" dirty="0"/>
              <a:t> -1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được.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902F2-37D3-F833-3327-9AE8A2C9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829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5945D-0F17-6AAE-2F9B-BEC19B2FC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FC74-6501-7679-E312-5387CA0C3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MAZE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61097-CC27-6E0A-42E9-0260BE8E8F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F78C9-F47F-DDC0-1777-E80C7496C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4" name="Google Shape;92;p2">
            <a:extLst>
              <a:ext uri="{FF2B5EF4-FFF2-40B4-BE49-F238E27FC236}">
                <a16:creationId xmlns:a16="http://schemas.microsoft.com/office/drawing/2014/main" id="{499A24D9-1546-638B-4FFB-2464CFEE4F89}"/>
              </a:ext>
            </a:extLst>
          </p:cNvPr>
          <p:cNvGraphicFramePr/>
          <p:nvPr/>
        </p:nvGraphicFramePr>
        <p:xfrm>
          <a:off x="852972" y="1683761"/>
          <a:ext cx="10515600" cy="44501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552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3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stdin</a:t>
                      </a:r>
                      <a:endParaRPr sz="2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stdout</a:t>
                      </a:r>
                      <a:endParaRPr sz="28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8 12 5 6</a:t>
                      </a:r>
                      <a:endParaRPr sz="2800" b="0" i="0" dirty="0">
                        <a:latin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1 1 0 0 0 0 1 0 0 0 0 1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1 0 0 0 1 1 0 1 0 0 1 1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0 0 1 0 0 0 0 0 0 0 0 0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1 0 0 0 0 0 1 0 0 1 0 1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1 0 0 1 0 0 0 0 0 1 0 0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1 0 1 0 1 0 0 0 1 0 1 0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0 0 0 0 1 0 1 0 0 0 0 0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1 0 1 1 0 1 1 1 0 1 0 1</a:t>
                      </a:r>
                      <a:endParaRPr sz="2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800" b="0" i="0" dirty="0">
                        <a:latin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307C2501-CA7F-1F06-4B84-4955CBA41254}"/>
              </a:ext>
            </a:extLst>
          </p:cNvPr>
          <p:cNvSpPr/>
          <p:nvPr/>
        </p:nvSpPr>
        <p:spPr>
          <a:xfrm>
            <a:off x="2162908" y="4396154"/>
            <a:ext cx="351692" cy="40444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 dirty="0">
              <a:latin typeface="Lato" panose="020F0502020204030203" pitchFamily="34" charset="0"/>
            </a:endParaRP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B61CCE2C-E898-0BBD-1359-000FAE208851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69098" y="3263862"/>
            <a:ext cx="1429358" cy="509954"/>
          </a:xfrm>
          <a:prstGeom prst="bentConnector3">
            <a:avLst>
              <a:gd name="adj1" fmla="val 34007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87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0AE9E-87B5-6E0C-1099-C16F3EF7E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91560-A83D-21D5-F2D2-F794CCE4E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MAZE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98D39-0EE4-1D17-6112-473CB1E43F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 err="1"/>
              <a:t>Ý</a:t>
            </a:r>
            <a:r>
              <a:rPr lang="en-US" sz="3200" dirty="0"/>
              <a:t> </a:t>
            </a:r>
            <a:r>
              <a:rPr lang="en-US" sz="3200" dirty="0" err="1"/>
              <a:t>tưởng</a:t>
            </a:r>
            <a:r>
              <a:rPr lang="en-US" sz="3200" dirty="0"/>
              <a:t>: </a:t>
            </a:r>
            <a:r>
              <a:rPr lang="en-US" sz="3200" dirty="0" err="1"/>
              <a:t>Duyệt</a:t>
            </a:r>
            <a:r>
              <a:rPr lang="en-US" sz="3200" dirty="0"/>
              <a:t> BFS </a:t>
            </a:r>
            <a:r>
              <a:rPr lang="en-US" sz="3200" dirty="0" err="1"/>
              <a:t>sử</a:t>
            </a:r>
            <a:r>
              <a:rPr lang="en-US" sz="3200" dirty="0"/>
              <a:t> </a:t>
            </a:r>
            <a:r>
              <a:rPr lang="en-US" sz="3200" dirty="0" err="1"/>
              <a:t>dụng</a:t>
            </a:r>
            <a:r>
              <a:rPr lang="en-US" sz="3200" dirty="0"/>
              <a:t> queue:</a:t>
            </a:r>
          </a:p>
          <a:p>
            <a:pPr lvl="1"/>
            <a:r>
              <a:rPr lang="en-US" sz="2800" dirty="0" err="1"/>
              <a:t>Dùng</a:t>
            </a:r>
            <a:r>
              <a:rPr lang="en-US" sz="2800" dirty="0"/>
              <a:t> 1 queue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lưu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ô</a:t>
            </a:r>
            <a:r>
              <a:rPr lang="en-US" sz="2800" dirty="0"/>
              <a:t> </a:t>
            </a:r>
            <a:r>
              <a:rPr lang="en-US" sz="2800" dirty="0" err="1"/>
              <a:t>sẽ</a:t>
            </a:r>
            <a:r>
              <a:rPr lang="en-US" sz="2800" dirty="0"/>
              <a:t> </a:t>
            </a:r>
            <a:r>
              <a:rPr lang="en-US" sz="2800" dirty="0" err="1"/>
              <a:t>thăm</a:t>
            </a:r>
            <a:endParaRPr lang="en-US" sz="2800" dirty="0"/>
          </a:p>
          <a:p>
            <a:pPr lvl="1"/>
            <a:r>
              <a:rPr lang="en-US" sz="2800" dirty="0" err="1"/>
              <a:t>bắt</a:t>
            </a:r>
            <a:r>
              <a:rPr lang="en-US" sz="2800" dirty="0"/>
              <a:t> </a:t>
            </a:r>
            <a:r>
              <a:rPr lang="en-US" sz="2800" dirty="0" err="1"/>
              <a:t>đầu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ô</a:t>
            </a:r>
            <a:r>
              <a:rPr lang="en-US" sz="2800" dirty="0"/>
              <a:t> </a:t>
            </a:r>
            <a:r>
              <a:rPr lang="en-US" sz="2800" dirty="0" err="1"/>
              <a:t>xuất</a:t>
            </a:r>
            <a:r>
              <a:rPr lang="en-US" sz="2800" dirty="0"/>
              <a:t> </a:t>
            </a:r>
            <a:r>
              <a:rPr lang="en-US" sz="2800" dirty="0" err="1"/>
              <a:t>phát</a:t>
            </a:r>
            <a:endParaRPr lang="en-US" sz="2800" dirty="0"/>
          </a:p>
          <a:p>
            <a:pPr lvl="1"/>
            <a:r>
              <a:rPr lang="en-US" sz="2800" dirty="0" err="1"/>
              <a:t>thêm</a:t>
            </a:r>
            <a:r>
              <a:rPr lang="en-US" sz="2800" dirty="0"/>
              <a:t> </a:t>
            </a:r>
            <a:r>
              <a:rPr lang="en-US" sz="2800" dirty="0" err="1"/>
              <a:t>ô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 </a:t>
            </a:r>
            <a:r>
              <a:rPr lang="en-US" sz="2800" dirty="0" err="1"/>
              <a:t>thăm</a:t>
            </a:r>
            <a:r>
              <a:rPr lang="en-US" sz="2800" dirty="0"/>
              <a:t> </a:t>
            </a:r>
            <a:r>
              <a:rPr lang="en-US" sz="2800" dirty="0" err="1"/>
              <a:t>tại</a:t>
            </a:r>
            <a:r>
              <a:rPr lang="en-US" sz="2800" dirty="0"/>
              <a:t> </a:t>
            </a:r>
            <a:r>
              <a:rPr lang="en-US" sz="2800" dirty="0" err="1"/>
              <a:t>ô</a:t>
            </a:r>
            <a:r>
              <a:rPr lang="en-US" sz="2800" dirty="0"/>
              <a:t> </a:t>
            </a:r>
            <a:r>
              <a:rPr lang="en-US" sz="2800" dirty="0" err="1"/>
              <a:t>hiện</a:t>
            </a:r>
            <a:r>
              <a:rPr lang="en-US" sz="2800" dirty="0"/>
              <a:t> </a:t>
            </a:r>
            <a:r>
              <a:rPr lang="en-US" sz="2800" dirty="0" err="1"/>
              <a:t>tại</a:t>
            </a:r>
            <a:r>
              <a:rPr lang="en-US" sz="2800" dirty="0"/>
              <a:t> </a:t>
            </a:r>
            <a:r>
              <a:rPr lang="en-US" sz="2800" dirty="0" err="1"/>
              <a:t>vào</a:t>
            </a:r>
            <a:r>
              <a:rPr lang="en-US" sz="2800" dirty="0"/>
              <a:t> queue</a:t>
            </a:r>
          </a:p>
          <a:p>
            <a:pPr lvl="1"/>
            <a:r>
              <a:rPr lang="en-US" sz="2800" dirty="0"/>
              <a:t>ĐK </a:t>
            </a:r>
            <a:r>
              <a:rPr lang="en-US" sz="2800" dirty="0" err="1"/>
              <a:t>dừng</a:t>
            </a:r>
            <a:r>
              <a:rPr lang="en-US" sz="2800" dirty="0"/>
              <a:t>: </a:t>
            </a:r>
          </a:p>
          <a:p>
            <a:pPr lvl="2"/>
            <a:r>
              <a:rPr lang="en-US" sz="2400" dirty="0" err="1"/>
              <a:t>ô</a:t>
            </a:r>
            <a:r>
              <a:rPr lang="en-US" sz="2400" dirty="0"/>
              <a:t> </a:t>
            </a:r>
            <a:r>
              <a:rPr lang="en-US" sz="2400" dirty="0" err="1"/>
              <a:t>đang</a:t>
            </a:r>
            <a:r>
              <a:rPr lang="en-US" sz="2400" dirty="0"/>
              <a:t> </a:t>
            </a:r>
            <a:r>
              <a:rPr lang="en-US" sz="2400" dirty="0" err="1"/>
              <a:t>thăm</a:t>
            </a:r>
            <a:r>
              <a:rPr lang="en-US" sz="2400" dirty="0"/>
              <a:t> </a:t>
            </a:r>
            <a:r>
              <a:rPr lang="en-US" sz="2400" dirty="0" err="1"/>
              <a:t>ở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4 </a:t>
            </a:r>
            <a:r>
              <a:rPr lang="en-US" sz="2400" dirty="0" err="1"/>
              <a:t>cạnh</a:t>
            </a:r>
            <a:r>
              <a:rPr lang="en-US" sz="2400" dirty="0"/>
              <a:t> (</a:t>
            </a:r>
            <a:r>
              <a:rPr lang="en-US" sz="2400" dirty="0" err="1"/>
              <a:t>đã</a:t>
            </a:r>
            <a:r>
              <a:rPr lang="en-US" sz="2400" dirty="0"/>
              <a:t> </a:t>
            </a:r>
            <a:r>
              <a:rPr lang="en-US" sz="2400" dirty="0" err="1"/>
              <a:t>thoát</a:t>
            </a:r>
            <a:r>
              <a:rPr lang="en-US" sz="2400" dirty="0"/>
              <a:t> </a:t>
            </a:r>
            <a:r>
              <a:rPr lang="en-US" sz="2400" dirty="0" err="1"/>
              <a:t>khỏi</a:t>
            </a:r>
            <a:r>
              <a:rPr lang="en-US" sz="2400" dirty="0"/>
              <a:t> </a:t>
            </a:r>
            <a:r>
              <a:rPr lang="en-US" sz="2400" dirty="0" err="1"/>
              <a:t>mê</a:t>
            </a:r>
            <a:r>
              <a:rPr lang="en-US" sz="2400" dirty="0"/>
              <a:t> </a:t>
            </a:r>
            <a:r>
              <a:rPr lang="en-US" sz="2400" dirty="0" err="1"/>
              <a:t>cung</a:t>
            </a:r>
            <a:r>
              <a:rPr lang="en-US" sz="2400" dirty="0"/>
              <a:t>)</a:t>
            </a:r>
          </a:p>
          <a:p>
            <a:pPr lvl="2"/>
            <a:r>
              <a:rPr lang="en-US" sz="2400" dirty="0" err="1"/>
              <a:t>hoặc</a:t>
            </a:r>
            <a:r>
              <a:rPr lang="en-US" sz="2400" dirty="0"/>
              <a:t> queue </a:t>
            </a:r>
            <a:r>
              <a:rPr lang="en-US" sz="2400" dirty="0" err="1"/>
              <a:t>rỗng</a:t>
            </a:r>
            <a:r>
              <a:rPr lang="en-US" sz="2400" dirty="0"/>
              <a:t> (return -1)</a:t>
            </a:r>
          </a:p>
          <a:p>
            <a:pPr lvl="1"/>
            <a:r>
              <a:rPr lang="en-US" sz="2800" dirty="0" err="1"/>
              <a:t>lưu</a:t>
            </a:r>
            <a:r>
              <a:rPr lang="en-US" sz="2800" dirty="0"/>
              <a:t> </a:t>
            </a:r>
            <a:r>
              <a:rPr lang="en-US" sz="2800" dirty="0" err="1"/>
              <a:t>đáp</a:t>
            </a:r>
            <a:r>
              <a:rPr lang="en-US" sz="2800" dirty="0"/>
              <a:t> </a:t>
            </a:r>
            <a:r>
              <a:rPr lang="en-US" sz="2800" dirty="0" err="1"/>
              <a:t>án</a:t>
            </a:r>
            <a:r>
              <a:rPr lang="en-US" sz="2800" dirty="0"/>
              <a:t>: </a:t>
            </a:r>
            <a:r>
              <a:rPr lang="en-US" sz="2800" dirty="0" err="1"/>
              <a:t>dùng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ma </a:t>
            </a:r>
            <a:r>
              <a:rPr lang="en-US" sz="2800" dirty="0" err="1"/>
              <a:t>trận</a:t>
            </a:r>
            <a:r>
              <a:rPr lang="en-US" sz="2800" dirty="0"/>
              <a:t> </a:t>
            </a:r>
            <a:r>
              <a:rPr lang="en-US" sz="2800" dirty="0" err="1"/>
              <a:t>cùng</a:t>
            </a:r>
            <a:r>
              <a:rPr lang="en-US" sz="2800" dirty="0"/>
              <a:t> </a:t>
            </a:r>
            <a:r>
              <a:rPr lang="en-US" sz="2800" dirty="0" err="1"/>
              <a:t>kích</a:t>
            </a:r>
            <a:r>
              <a:rPr lang="en-US" sz="2800" dirty="0"/>
              <a:t> </a:t>
            </a:r>
            <a:r>
              <a:rPr lang="en-US" sz="2800" dirty="0" err="1"/>
              <a:t>thước</a:t>
            </a:r>
            <a:r>
              <a:rPr lang="en-US" sz="2800" dirty="0"/>
              <a:t> </a:t>
            </a:r>
            <a:r>
              <a:rPr lang="en-US" sz="2800" dirty="0" err="1"/>
              <a:t>NxM</a:t>
            </a:r>
            <a:r>
              <a:rPr lang="en-US" sz="2800" dirty="0"/>
              <a:t>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lưu</a:t>
            </a:r>
            <a:r>
              <a:rPr lang="en-US" sz="2800" dirty="0"/>
              <a:t> </a:t>
            </a:r>
            <a:r>
              <a:rPr lang="en-US" sz="2800" dirty="0" err="1"/>
              <a:t>khoảng</a:t>
            </a:r>
            <a:r>
              <a:rPr lang="en-US" sz="2800" dirty="0"/>
              <a:t> </a:t>
            </a:r>
            <a:r>
              <a:rPr lang="en-US" sz="2800" dirty="0" err="1"/>
              <a:t>cách</a:t>
            </a:r>
            <a:r>
              <a:rPr lang="en-US" sz="2800" dirty="0"/>
              <a:t> </a:t>
            </a:r>
            <a:r>
              <a:rPr lang="en-US" sz="2800" dirty="0" err="1"/>
              <a:t>ngắn</a:t>
            </a:r>
            <a:r>
              <a:rPr lang="en-US" sz="2800" dirty="0"/>
              <a:t> </a:t>
            </a:r>
            <a:r>
              <a:rPr lang="en-US" sz="2800" dirty="0" err="1"/>
              <a:t>nhất</a:t>
            </a:r>
            <a:r>
              <a:rPr lang="en-US" sz="2800" dirty="0"/>
              <a:t> </a:t>
            </a:r>
            <a:r>
              <a:rPr lang="en-US" sz="2800" dirty="0" err="1"/>
              <a:t>tới</a:t>
            </a:r>
            <a:r>
              <a:rPr lang="en-US" sz="2800" dirty="0"/>
              <a:t> </a:t>
            </a:r>
            <a:r>
              <a:rPr lang="en-US" sz="2800" dirty="0" err="1"/>
              <a:t>ô</a:t>
            </a:r>
            <a:r>
              <a:rPr lang="en-US" sz="2800" dirty="0"/>
              <a:t> </a:t>
            </a:r>
            <a:r>
              <a:rPr lang="en-US" sz="2800" dirty="0" err="1"/>
              <a:t>xuất</a:t>
            </a:r>
            <a:r>
              <a:rPr lang="en-US" sz="2800" dirty="0"/>
              <a:t> </a:t>
            </a:r>
            <a:r>
              <a:rPr lang="en-US" sz="2800" dirty="0" err="1"/>
              <a:t>phát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E454D-F507-B3A0-B6CB-606F9009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400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3ED13AF-5E11-478F-AA81-4540AAEC8AEF}"/>
</file>

<file path=customXml/itemProps2.xml><?xml version="1.0" encoding="utf-8"?>
<ds:datastoreItem xmlns:ds="http://schemas.openxmlformats.org/officeDocument/2006/customXml" ds:itemID="{28CF66C6-3DA0-4AE2-A3BF-7D98970CD0C7}"/>
</file>

<file path=customXml/itemProps3.xml><?xml version="1.0" encoding="utf-8"?>
<ds:datastoreItem xmlns:ds="http://schemas.openxmlformats.org/officeDocument/2006/customXml" ds:itemID="{60BB7461-7D56-4E51-A0F5-06B287CBC378}"/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342</Words>
  <Application>Microsoft Macintosh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Lato</vt:lpstr>
      <vt:lpstr>Office Theme</vt:lpstr>
      <vt:lpstr>PowerPoint Presentation</vt:lpstr>
      <vt:lpstr>PowerPoint Presentation</vt:lpstr>
      <vt:lpstr>MAZE</vt:lpstr>
      <vt:lpstr>MAZE</vt:lpstr>
      <vt:lpstr>MAZE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Minh Huyen</cp:lastModifiedBy>
  <cp:revision>13</cp:revision>
  <dcterms:created xsi:type="dcterms:W3CDTF">2021-05-28T04:32:29Z</dcterms:created>
  <dcterms:modified xsi:type="dcterms:W3CDTF">2025-09-17T03:39:01Z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